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7" r:id="rId1"/>
  </p:sldMasterIdLst>
  <p:sldIdLst>
    <p:sldId id="256" r:id="rId2"/>
    <p:sldId id="257" r:id="rId3"/>
    <p:sldId id="261" r:id="rId4"/>
    <p:sldId id="258" r:id="rId5"/>
    <p:sldId id="259" r:id="rId6"/>
    <p:sldId id="260" r:id="rId7"/>
    <p:sldId id="262" r:id="rId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F65B931-0DDE-4512-AA9C-C41D7254B93D}" v="299" dt="2026-03-17T11:40:07.458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021" autoAdjust="0"/>
    <p:restoredTop sz="94660"/>
  </p:normalViewPr>
  <p:slideViewPr>
    <p:cSldViewPr snapToGrid="0">
      <p:cViewPr varScale="1">
        <p:scale>
          <a:sx n="58" d="100"/>
          <a:sy n="58" d="100"/>
        </p:scale>
        <p:origin x="102" y="212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microsoft.com/office/2015/10/relationships/revisionInfo" Target="revisionInfo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diagrams/_rels/data2.xml.rels><?xml version="1.0" encoding="UTF-8" standalone="yes"?>
<Relationships xmlns="http://schemas.openxmlformats.org/package/2006/relationships"><Relationship Id="rId1" Type="http://schemas.openxmlformats.org/officeDocument/2006/relationships/hyperlink" Target="https://myuni.su/" TargetMode="External"/></Relationships>
</file>

<file path=ppt/diagrams/_rels/drawing2.xml.rels><?xml version="1.0" encoding="UTF-8" standalone="yes"?>
<Relationships xmlns="http://schemas.openxmlformats.org/package/2006/relationships"><Relationship Id="rId1" Type="http://schemas.openxmlformats.org/officeDocument/2006/relationships/hyperlink" Target="https://myuni.su/" TargetMode="Externa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F38D8C48-BD30-48B1-B320-89DD121A8B94}" type="doc">
      <dgm:prSet loTypeId="urn:microsoft.com/office/officeart/2016/7/layout/LinearBlockProcessNumbered" loCatId="process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1982333A-C28C-40BF-9163-A4B836B3B8FB}">
      <dgm:prSet/>
      <dgm:spPr/>
      <dgm:t>
        <a:bodyPr/>
        <a:lstStyle/>
        <a:p>
          <a:r>
            <a:rPr lang="ru-RU"/>
            <a:t>Доступ к актуальной афише молодежных мероприятий, вечеринок и фестивалей. Ничего не пропускаешь.</a:t>
          </a:r>
          <a:endParaRPr lang="en-US"/>
        </a:p>
      </dgm:t>
    </dgm:pt>
    <dgm:pt modelId="{39A71DEE-B903-4582-945A-275E312E8E27}" type="parTrans" cxnId="{B8E6AF4B-848B-44A9-B3A0-2ED3FF093BB3}">
      <dgm:prSet/>
      <dgm:spPr/>
      <dgm:t>
        <a:bodyPr/>
        <a:lstStyle/>
        <a:p>
          <a:endParaRPr lang="en-US"/>
        </a:p>
      </dgm:t>
    </dgm:pt>
    <dgm:pt modelId="{D0592303-EFD3-4BE1-910C-6CBC56BE7EDE}" type="sibTrans" cxnId="{B8E6AF4B-848B-44A9-B3A0-2ED3FF093BB3}">
      <dgm:prSet phldrT="01"/>
      <dgm:spPr/>
      <dgm:t>
        <a:bodyPr/>
        <a:lstStyle/>
        <a:p>
          <a:r>
            <a:rPr lang="en-US"/>
            <a:t>01</a:t>
          </a:r>
        </a:p>
      </dgm:t>
    </dgm:pt>
    <dgm:pt modelId="{3ED3F4BD-99F7-4F0F-BD2B-0C5F8418B1E3}">
      <dgm:prSet/>
      <dgm:spPr/>
      <dgm:t>
        <a:bodyPr/>
        <a:lstStyle/>
        <a:p>
          <a:r>
            <a:rPr lang="ru-RU"/>
            <a:t>Площадка для фриланса и поиска работы, где заказчики ищут студентов с конкретными навыками.</a:t>
          </a:r>
          <a:endParaRPr lang="en-US"/>
        </a:p>
      </dgm:t>
    </dgm:pt>
    <dgm:pt modelId="{339B97B4-0026-458B-9B33-4AEB1D8DC745}" type="parTrans" cxnId="{687420AA-0E41-480C-AF36-C00E7F04F42E}">
      <dgm:prSet/>
      <dgm:spPr/>
      <dgm:t>
        <a:bodyPr/>
        <a:lstStyle/>
        <a:p>
          <a:endParaRPr lang="en-US"/>
        </a:p>
      </dgm:t>
    </dgm:pt>
    <dgm:pt modelId="{EF0C5345-478A-4622-88A5-C4C77704D7CD}" type="sibTrans" cxnId="{687420AA-0E41-480C-AF36-C00E7F04F42E}">
      <dgm:prSet phldrT="02"/>
      <dgm:spPr/>
      <dgm:t>
        <a:bodyPr/>
        <a:lstStyle/>
        <a:p>
          <a:r>
            <a:rPr lang="en-US"/>
            <a:t>02</a:t>
          </a:r>
        </a:p>
      </dgm:t>
    </dgm:pt>
    <dgm:pt modelId="{07B9A9A6-6E36-48DE-8907-E3F0C5621C0B}">
      <dgm:prSet/>
      <dgm:spPr/>
      <dgm:t>
        <a:bodyPr/>
        <a:lstStyle/>
        <a:p>
          <a:r>
            <a:rPr lang="ru-RU"/>
            <a:t>Место для полезных знакомств</a:t>
          </a:r>
          <a:r>
            <a:rPr lang="en-US"/>
            <a:t> </a:t>
          </a:r>
          <a:r>
            <a:rPr lang="ru-RU"/>
            <a:t>и обмена опытом внутри большой сети студентов разных вузов.</a:t>
          </a:r>
          <a:br>
            <a:rPr lang="ru-RU"/>
          </a:br>
          <a:endParaRPr lang="en-US"/>
        </a:p>
      </dgm:t>
    </dgm:pt>
    <dgm:pt modelId="{60375776-9B31-48E8-97A7-A90FEAB3FACE}" type="parTrans" cxnId="{798B666B-635D-4B6A-B456-55FA34CB29AE}">
      <dgm:prSet/>
      <dgm:spPr/>
      <dgm:t>
        <a:bodyPr/>
        <a:lstStyle/>
        <a:p>
          <a:endParaRPr lang="en-US"/>
        </a:p>
      </dgm:t>
    </dgm:pt>
    <dgm:pt modelId="{59372F60-5ACD-48A6-B4F5-DB47E45FA3AF}" type="sibTrans" cxnId="{798B666B-635D-4B6A-B456-55FA34CB29AE}">
      <dgm:prSet phldrT="03"/>
      <dgm:spPr/>
      <dgm:t>
        <a:bodyPr/>
        <a:lstStyle/>
        <a:p>
          <a:r>
            <a:rPr lang="en-US"/>
            <a:t>03</a:t>
          </a:r>
        </a:p>
      </dgm:t>
    </dgm:pt>
    <dgm:pt modelId="{9D243406-7733-4DAB-BE9D-ABE19B746A87}" type="pres">
      <dgm:prSet presAssocID="{F38D8C48-BD30-48B1-B320-89DD121A8B94}" presName="Name0" presStyleCnt="0">
        <dgm:presLayoutVars>
          <dgm:animLvl val="lvl"/>
          <dgm:resizeHandles val="exact"/>
        </dgm:presLayoutVars>
      </dgm:prSet>
      <dgm:spPr/>
    </dgm:pt>
    <dgm:pt modelId="{9CC51A99-6FFD-42C5-B885-A3C31D18FF99}" type="pres">
      <dgm:prSet presAssocID="{1982333A-C28C-40BF-9163-A4B836B3B8FB}" presName="compositeNode" presStyleCnt="0">
        <dgm:presLayoutVars>
          <dgm:bulletEnabled val="1"/>
        </dgm:presLayoutVars>
      </dgm:prSet>
      <dgm:spPr/>
    </dgm:pt>
    <dgm:pt modelId="{E40C1129-E697-4252-A6C0-0D3940E3020D}" type="pres">
      <dgm:prSet presAssocID="{1982333A-C28C-40BF-9163-A4B836B3B8FB}" presName="bgRect" presStyleLbl="alignNode1" presStyleIdx="0" presStyleCnt="3"/>
      <dgm:spPr/>
    </dgm:pt>
    <dgm:pt modelId="{33C3D2FC-FD3F-4CC2-8351-99F682C1036B}" type="pres">
      <dgm:prSet presAssocID="{D0592303-EFD3-4BE1-910C-6CBC56BE7EDE}" presName="sibTransNodeRect" presStyleLbl="alignNode1" presStyleIdx="0" presStyleCnt="3">
        <dgm:presLayoutVars>
          <dgm:chMax val="0"/>
          <dgm:bulletEnabled val="1"/>
        </dgm:presLayoutVars>
      </dgm:prSet>
      <dgm:spPr/>
    </dgm:pt>
    <dgm:pt modelId="{15321FA5-389F-4CBF-86AF-B02D601B12BC}" type="pres">
      <dgm:prSet presAssocID="{1982333A-C28C-40BF-9163-A4B836B3B8FB}" presName="nodeRect" presStyleLbl="alignNode1" presStyleIdx="0" presStyleCnt="3">
        <dgm:presLayoutVars>
          <dgm:bulletEnabled val="1"/>
        </dgm:presLayoutVars>
      </dgm:prSet>
      <dgm:spPr/>
    </dgm:pt>
    <dgm:pt modelId="{52DC332C-BE2A-4A3A-8C80-F11B902E0D7A}" type="pres">
      <dgm:prSet presAssocID="{D0592303-EFD3-4BE1-910C-6CBC56BE7EDE}" presName="sibTrans" presStyleCnt="0"/>
      <dgm:spPr/>
    </dgm:pt>
    <dgm:pt modelId="{B87FD1C6-910A-4F0B-95AD-87C624369B63}" type="pres">
      <dgm:prSet presAssocID="{3ED3F4BD-99F7-4F0F-BD2B-0C5F8418B1E3}" presName="compositeNode" presStyleCnt="0">
        <dgm:presLayoutVars>
          <dgm:bulletEnabled val="1"/>
        </dgm:presLayoutVars>
      </dgm:prSet>
      <dgm:spPr/>
    </dgm:pt>
    <dgm:pt modelId="{280D4727-1CDF-4B25-9613-AF6168867868}" type="pres">
      <dgm:prSet presAssocID="{3ED3F4BD-99F7-4F0F-BD2B-0C5F8418B1E3}" presName="bgRect" presStyleLbl="alignNode1" presStyleIdx="1" presStyleCnt="3"/>
      <dgm:spPr/>
    </dgm:pt>
    <dgm:pt modelId="{9159E6B1-5D8F-4F01-88EA-E492D3E64C45}" type="pres">
      <dgm:prSet presAssocID="{EF0C5345-478A-4622-88A5-C4C77704D7CD}" presName="sibTransNodeRect" presStyleLbl="alignNode1" presStyleIdx="1" presStyleCnt="3">
        <dgm:presLayoutVars>
          <dgm:chMax val="0"/>
          <dgm:bulletEnabled val="1"/>
        </dgm:presLayoutVars>
      </dgm:prSet>
      <dgm:spPr/>
    </dgm:pt>
    <dgm:pt modelId="{178B6D4F-3297-42C3-B3FF-D4B874061700}" type="pres">
      <dgm:prSet presAssocID="{3ED3F4BD-99F7-4F0F-BD2B-0C5F8418B1E3}" presName="nodeRect" presStyleLbl="alignNode1" presStyleIdx="1" presStyleCnt="3">
        <dgm:presLayoutVars>
          <dgm:bulletEnabled val="1"/>
        </dgm:presLayoutVars>
      </dgm:prSet>
      <dgm:spPr/>
    </dgm:pt>
    <dgm:pt modelId="{12E39742-7D3B-43AE-A7EA-21B53A4E0123}" type="pres">
      <dgm:prSet presAssocID="{EF0C5345-478A-4622-88A5-C4C77704D7CD}" presName="sibTrans" presStyleCnt="0"/>
      <dgm:spPr/>
    </dgm:pt>
    <dgm:pt modelId="{4C595671-7874-4014-8B2F-526663113313}" type="pres">
      <dgm:prSet presAssocID="{07B9A9A6-6E36-48DE-8907-E3F0C5621C0B}" presName="compositeNode" presStyleCnt="0">
        <dgm:presLayoutVars>
          <dgm:bulletEnabled val="1"/>
        </dgm:presLayoutVars>
      </dgm:prSet>
      <dgm:spPr/>
    </dgm:pt>
    <dgm:pt modelId="{224F89C6-AE24-486C-A594-9BF5BA1A5B7A}" type="pres">
      <dgm:prSet presAssocID="{07B9A9A6-6E36-48DE-8907-E3F0C5621C0B}" presName="bgRect" presStyleLbl="alignNode1" presStyleIdx="2" presStyleCnt="3"/>
      <dgm:spPr/>
    </dgm:pt>
    <dgm:pt modelId="{137D6260-BE1A-4A0D-9BB6-BF918E982F4B}" type="pres">
      <dgm:prSet presAssocID="{59372F60-5ACD-48A6-B4F5-DB47E45FA3AF}" presName="sibTransNodeRect" presStyleLbl="alignNode1" presStyleIdx="2" presStyleCnt="3">
        <dgm:presLayoutVars>
          <dgm:chMax val="0"/>
          <dgm:bulletEnabled val="1"/>
        </dgm:presLayoutVars>
      </dgm:prSet>
      <dgm:spPr/>
    </dgm:pt>
    <dgm:pt modelId="{87670DF2-0C43-4FB5-82FC-41E322A06BCC}" type="pres">
      <dgm:prSet presAssocID="{07B9A9A6-6E36-48DE-8907-E3F0C5621C0B}" presName="nodeRect" presStyleLbl="alignNode1" presStyleIdx="2" presStyleCnt="3">
        <dgm:presLayoutVars>
          <dgm:bulletEnabled val="1"/>
        </dgm:presLayoutVars>
      </dgm:prSet>
      <dgm:spPr/>
    </dgm:pt>
  </dgm:ptLst>
  <dgm:cxnLst>
    <dgm:cxn modelId="{9C8B140F-7968-47E9-8769-C13BB60C2021}" type="presOf" srcId="{07B9A9A6-6E36-48DE-8907-E3F0C5621C0B}" destId="{224F89C6-AE24-486C-A594-9BF5BA1A5B7A}" srcOrd="0" destOrd="0" presId="urn:microsoft.com/office/officeart/2016/7/layout/LinearBlockProcessNumbered"/>
    <dgm:cxn modelId="{B58FC748-9AEE-4EA5-8FBF-BD16EBA74D7E}" type="presOf" srcId="{F38D8C48-BD30-48B1-B320-89DD121A8B94}" destId="{9D243406-7733-4DAB-BE9D-ABE19B746A87}" srcOrd="0" destOrd="0" presId="urn:microsoft.com/office/officeart/2016/7/layout/LinearBlockProcessNumbered"/>
    <dgm:cxn modelId="{798B666B-635D-4B6A-B456-55FA34CB29AE}" srcId="{F38D8C48-BD30-48B1-B320-89DD121A8B94}" destId="{07B9A9A6-6E36-48DE-8907-E3F0C5621C0B}" srcOrd="2" destOrd="0" parTransId="{60375776-9B31-48E8-97A7-A90FEAB3FACE}" sibTransId="{59372F60-5ACD-48A6-B4F5-DB47E45FA3AF}"/>
    <dgm:cxn modelId="{B8E6AF4B-848B-44A9-B3A0-2ED3FF093BB3}" srcId="{F38D8C48-BD30-48B1-B320-89DD121A8B94}" destId="{1982333A-C28C-40BF-9163-A4B836B3B8FB}" srcOrd="0" destOrd="0" parTransId="{39A71DEE-B903-4582-945A-275E312E8E27}" sibTransId="{D0592303-EFD3-4BE1-910C-6CBC56BE7EDE}"/>
    <dgm:cxn modelId="{1C35B57C-63A3-4F24-9659-CBC3C32F7EFB}" type="presOf" srcId="{1982333A-C28C-40BF-9163-A4B836B3B8FB}" destId="{E40C1129-E697-4252-A6C0-0D3940E3020D}" srcOrd="0" destOrd="0" presId="urn:microsoft.com/office/officeart/2016/7/layout/LinearBlockProcessNumbered"/>
    <dgm:cxn modelId="{D73D907E-119C-4FD2-B103-D39F25C8D056}" type="presOf" srcId="{59372F60-5ACD-48A6-B4F5-DB47E45FA3AF}" destId="{137D6260-BE1A-4A0D-9BB6-BF918E982F4B}" srcOrd="0" destOrd="0" presId="urn:microsoft.com/office/officeart/2016/7/layout/LinearBlockProcessNumbered"/>
    <dgm:cxn modelId="{FFEF5C9D-AC08-4C0C-B020-13882C3E2D07}" type="presOf" srcId="{3ED3F4BD-99F7-4F0F-BD2B-0C5F8418B1E3}" destId="{280D4727-1CDF-4B25-9613-AF6168867868}" srcOrd="0" destOrd="0" presId="urn:microsoft.com/office/officeart/2016/7/layout/LinearBlockProcessNumbered"/>
    <dgm:cxn modelId="{48142D9F-0A4E-4DBB-90C9-88DFCE460B45}" type="presOf" srcId="{1982333A-C28C-40BF-9163-A4B836B3B8FB}" destId="{15321FA5-389F-4CBF-86AF-B02D601B12BC}" srcOrd="1" destOrd="0" presId="urn:microsoft.com/office/officeart/2016/7/layout/LinearBlockProcessNumbered"/>
    <dgm:cxn modelId="{ED331CA0-A02F-426C-B948-1BE3FB859E34}" type="presOf" srcId="{EF0C5345-478A-4622-88A5-C4C77704D7CD}" destId="{9159E6B1-5D8F-4F01-88EA-E492D3E64C45}" srcOrd="0" destOrd="0" presId="urn:microsoft.com/office/officeart/2016/7/layout/LinearBlockProcessNumbered"/>
    <dgm:cxn modelId="{687420AA-0E41-480C-AF36-C00E7F04F42E}" srcId="{F38D8C48-BD30-48B1-B320-89DD121A8B94}" destId="{3ED3F4BD-99F7-4F0F-BD2B-0C5F8418B1E3}" srcOrd="1" destOrd="0" parTransId="{339B97B4-0026-458B-9B33-4AEB1D8DC745}" sibTransId="{EF0C5345-478A-4622-88A5-C4C77704D7CD}"/>
    <dgm:cxn modelId="{622D4DB3-8BD2-45A9-87DC-1E235C2CAA94}" type="presOf" srcId="{3ED3F4BD-99F7-4F0F-BD2B-0C5F8418B1E3}" destId="{178B6D4F-3297-42C3-B3FF-D4B874061700}" srcOrd="1" destOrd="0" presId="urn:microsoft.com/office/officeart/2016/7/layout/LinearBlockProcessNumbered"/>
    <dgm:cxn modelId="{BDE106BF-552B-4071-A39D-0F224869F900}" type="presOf" srcId="{07B9A9A6-6E36-48DE-8907-E3F0C5621C0B}" destId="{87670DF2-0C43-4FB5-82FC-41E322A06BCC}" srcOrd="1" destOrd="0" presId="urn:microsoft.com/office/officeart/2016/7/layout/LinearBlockProcessNumbered"/>
    <dgm:cxn modelId="{42A568D8-B78B-4022-8CA5-2EF5F8FE4971}" type="presOf" srcId="{D0592303-EFD3-4BE1-910C-6CBC56BE7EDE}" destId="{33C3D2FC-FD3F-4CC2-8351-99F682C1036B}" srcOrd="0" destOrd="0" presId="urn:microsoft.com/office/officeart/2016/7/layout/LinearBlockProcessNumbered"/>
    <dgm:cxn modelId="{8E09A2BA-46E1-4261-8F7C-C64A0986C7FF}" type="presParOf" srcId="{9D243406-7733-4DAB-BE9D-ABE19B746A87}" destId="{9CC51A99-6FFD-42C5-B885-A3C31D18FF99}" srcOrd="0" destOrd="0" presId="urn:microsoft.com/office/officeart/2016/7/layout/LinearBlockProcessNumbered"/>
    <dgm:cxn modelId="{E1B5181F-559C-4EF7-A316-5650D78890A4}" type="presParOf" srcId="{9CC51A99-6FFD-42C5-B885-A3C31D18FF99}" destId="{E40C1129-E697-4252-A6C0-0D3940E3020D}" srcOrd="0" destOrd="0" presId="urn:microsoft.com/office/officeart/2016/7/layout/LinearBlockProcessNumbered"/>
    <dgm:cxn modelId="{BFFA769A-BE5F-4F2A-89C4-7BC667016F80}" type="presParOf" srcId="{9CC51A99-6FFD-42C5-B885-A3C31D18FF99}" destId="{33C3D2FC-FD3F-4CC2-8351-99F682C1036B}" srcOrd="1" destOrd="0" presId="urn:microsoft.com/office/officeart/2016/7/layout/LinearBlockProcessNumbered"/>
    <dgm:cxn modelId="{93FEEF3E-2DF3-4D95-9560-C832D6B90068}" type="presParOf" srcId="{9CC51A99-6FFD-42C5-B885-A3C31D18FF99}" destId="{15321FA5-389F-4CBF-86AF-B02D601B12BC}" srcOrd="2" destOrd="0" presId="urn:microsoft.com/office/officeart/2016/7/layout/LinearBlockProcessNumbered"/>
    <dgm:cxn modelId="{4AE2CAAC-C97A-4CEA-B337-D6DF764DBA5F}" type="presParOf" srcId="{9D243406-7733-4DAB-BE9D-ABE19B746A87}" destId="{52DC332C-BE2A-4A3A-8C80-F11B902E0D7A}" srcOrd="1" destOrd="0" presId="urn:microsoft.com/office/officeart/2016/7/layout/LinearBlockProcessNumbered"/>
    <dgm:cxn modelId="{6B4D093B-2E3D-4CD2-B4AF-F24C83CC1DF8}" type="presParOf" srcId="{9D243406-7733-4DAB-BE9D-ABE19B746A87}" destId="{B87FD1C6-910A-4F0B-95AD-87C624369B63}" srcOrd="2" destOrd="0" presId="urn:microsoft.com/office/officeart/2016/7/layout/LinearBlockProcessNumbered"/>
    <dgm:cxn modelId="{62E156EC-5FA3-44AF-8F04-C3FCD2A0367B}" type="presParOf" srcId="{B87FD1C6-910A-4F0B-95AD-87C624369B63}" destId="{280D4727-1CDF-4B25-9613-AF6168867868}" srcOrd="0" destOrd="0" presId="urn:microsoft.com/office/officeart/2016/7/layout/LinearBlockProcessNumbered"/>
    <dgm:cxn modelId="{A87629DB-CDF4-442F-8E06-D6DCF55441C6}" type="presParOf" srcId="{B87FD1C6-910A-4F0B-95AD-87C624369B63}" destId="{9159E6B1-5D8F-4F01-88EA-E492D3E64C45}" srcOrd="1" destOrd="0" presId="urn:microsoft.com/office/officeart/2016/7/layout/LinearBlockProcessNumbered"/>
    <dgm:cxn modelId="{73661171-2211-4BA4-83E9-F4169136E55D}" type="presParOf" srcId="{B87FD1C6-910A-4F0B-95AD-87C624369B63}" destId="{178B6D4F-3297-42C3-B3FF-D4B874061700}" srcOrd="2" destOrd="0" presId="urn:microsoft.com/office/officeart/2016/7/layout/LinearBlockProcessNumbered"/>
    <dgm:cxn modelId="{20191522-5CAD-445B-9B29-1F449FB671D6}" type="presParOf" srcId="{9D243406-7733-4DAB-BE9D-ABE19B746A87}" destId="{12E39742-7D3B-43AE-A7EA-21B53A4E0123}" srcOrd="3" destOrd="0" presId="urn:microsoft.com/office/officeart/2016/7/layout/LinearBlockProcessNumbered"/>
    <dgm:cxn modelId="{DD9CB720-40C2-4F98-BC17-A4350E9498DF}" type="presParOf" srcId="{9D243406-7733-4DAB-BE9D-ABE19B746A87}" destId="{4C595671-7874-4014-8B2F-526663113313}" srcOrd="4" destOrd="0" presId="urn:microsoft.com/office/officeart/2016/7/layout/LinearBlockProcessNumbered"/>
    <dgm:cxn modelId="{9158E681-68BF-466C-BF15-04A43101FFFF}" type="presParOf" srcId="{4C595671-7874-4014-8B2F-526663113313}" destId="{224F89C6-AE24-486C-A594-9BF5BA1A5B7A}" srcOrd="0" destOrd="0" presId="urn:microsoft.com/office/officeart/2016/7/layout/LinearBlockProcessNumbered"/>
    <dgm:cxn modelId="{E1211D4A-B374-4CBC-8878-C6865384A013}" type="presParOf" srcId="{4C595671-7874-4014-8B2F-526663113313}" destId="{137D6260-BE1A-4A0D-9BB6-BF918E982F4B}" srcOrd="1" destOrd="0" presId="urn:microsoft.com/office/officeart/2016/7/layout/LinearBlockProcessNumbered"/>
    <dgm:cxn modelId="{900CBDA1-139D-4554-B986-BE7CF39BA7FC}" type="presParOf" srcId="{4C595671-7874-4014-8B2F-526663113313}" destId="{87670DF2-0C43-4FB5-82FC-41E322A06BCC}" srcOrd="2" destOrd="0" presId="urn:microsoft.com/office/officeart/2016/7/layout/LinearBlockProcessNumbered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3818312B-9077-4072-A758-C34E01FF8F41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9BC31716-61FA-4AD9-8FED-804434979590}">
      <dgm:prSet/>
      <dgm:spPr/>
      <dgm:t>
        <a:bodyPr/>
        <a:lstStyle/>
        <a:p>
          <a:pPr algn="l">
            <a:lnSpc>
              <a:spcPct val="90000"/>
            </a:lnSpc>
          </a:pPr>
          <a:r>
            <a:rPr lang="ru-RU" sz="2200" b="1">
              <a:solidFill>
                <a:srgbClr val="FFFFFF"/>
              </a:solidFill>
              <a:ea typeface="+mn-ea"/>
              <a:cs typeface="+mn-cs"/>
            </a:rPr>
            <a:t>Продукт:</a:t>
          </a:r>
          <a:r>
            <a:rPr lang="ru-RU" sz="2200">
              <a:solidFill>
                <a:srgbClr val="FFFFFF"/>
              </a:solidFill>
              <a:ea typeface="+mn-ea"/>
              <a:cs typeface="+mn-cs"/>
            </a:rPr>
            <a:t> Мобильное приложение (iOS и Android) .</a:t>
          </a:r>
          <a:endParaRPr lang="en-US" sz="2200">
            <a:solidFill>
              <a:srgbClr val="FFFFFF"/>
            </a:solidFill>
            <a:ea typeface="+mn-ea"/>
            <a:cs typeface="+mn-cs"/>
          </a:endParaRPr>
        </a:p>
      </dgm:t>
    </dgm:pt>
    <dgm:pt modelId="{7699E690-EB22-4548-9B96-F72929F8F213}" type="parTrans" cxnId="{40206532-065C-4DCC-B851-F1CC547CFD0F}">
      <dgm:prSet/>
      <dgm:spPr/>
      <dgm:t>
        <a:bodyPr/>
        <a:lstStyle/>
        <a:p>
          <a:endParaRPr lang="en-US"/>
        </a:p>
      </dgm:t>
    </dgm:pt>
    <dgm:pt modelId="{89AA1D5C-CB4D-45B7-BEE9-70C147BB85DF}" type="sibTrans" cxnId="{40206532-065C-4DCC-B851-F1CC547CFD0F}">
      <dgm:prSet/>
      <dgm:spPr/>
      <dgm:t>
        <a:bodyPr/>
        <a:lstStyle/>
        <a:p>
          <a:endParaRPr lang="en-US"/>
        </a:p>
      </dgm:t>
    </dgm:pt>
    <dgm:pt modelId="{347B0893-0C5D-4483-A674-B8A80C870DA1}">
      <dgm:prSet/>
      <dgm:spPr/>
      <dgm:t>
        <a:bodyPr/>
        <a:lstStyle/>
        <a:p>
          <a:pPr algn="l">
            <a:lnSpc>
              <a:spcPct val="90000"/>
            </a:lnSpc>
          </a:pPr>
          <a:r>
            <a:rPr lang="ru-RU" sz="2200" b="1">
              <a:solidFill>
                <a:srgbClr val="FFFFFF"/>
              </a:solidFill>
              <a:ea typeface="+mn-ea"/>
              <a:cs typeface="+mn-cs"/>
            </a:rPr>
            <a:t>Сайт:</a:t>
          </a:r>
          <a:r>
            <a:rPr lang="ru-RU" sz="2200" dirty="0">
              <a:solidFill>
                <a:srgbClr val="FFFFFF"/>
              </a:solidFill>
              <a:ea typeface="+mn-ea"/>
              <a:cs typeface="+mn-cs"/>
            </a:rPr>
            <a:t> </a:t>
          </a:r>
          <a:r>
            <a:rPr lang="ru-RU" sz="2200" dirty="0">
              <a:solidFill>
                <a:srgbClr val="FCEAD0"/>
              </a:solidFill>
              <a:ea typeface="+mn-ea"/>
              <a:cs typeface="+mn-cs"/>
              <a:hlinkClick xmlns:r="http://schemas.openxmlformats.org/officeDocument/2006/relationships" r:id="rId1">
                <a:extLst>
                  <a:ext uri="{A12FA001-AC4F-418D-AE19-62706E023703}">
                    <ahyp:hlinkClr xmlns:ahyp="http://schemas.microsoft.com/office/drawing/2018/hyperlinkcolor" val="tx"/>
                  </a:ext>
                </a:extLst>
              </a:hlinkClick>
            </a:rPr>
            <a:t>myuni.su</a:t>
          </a:r>
          <a:endParaRPr lang="en-US" sz="2200" dirty="0">
            <a:solidFill>
              <a:srgbClr val="FCEAD0"/>
            </a:solidFill>
            <a:ea typeface="+mn-ea"/>
            <a:cs typeface="+mn-cs"/>
            <a:hlinkClick xmlns:r="http://schemas.openxmlformats.org/officeDocument/2006/relationships" r:id="">
              <a:extLst>
                <a:ext uri="{A12FA001-AC4F-418D-AE19-62706E023703}">
                  <ahyp:hlinkClr xmlns:ahyp="http://schemas.microsoft.com/office/drawing/2018/hyperlinkcolor" val="tx"/>
                </a:ext>
              </a:extLst>
            </a:hlinkClick>
          </a:endParaRPr>
        </a:p>
      </dgm:t>
    </dgm:pt>
    <dgm:pt modelId="{C99E518E-B2B6-4F92-A7BD-350AD330BF77}" type="parTrans" cxnId="{06901B8B-2952-48DD-8CCE-5DEC5B28CC74}">
      <dgm:prSet/>
      <dgm:spPr/>
      <dgm:t>
        <a:bodyPr/>
        <a:lstStyle/>
        <a:p>
          <a:endParaRPr lang="en-US"/>
        </a:p>
      </dgm:t>
    </dgm:pt>
    <dgm:pt modelId="{6279A97B-E20D-4A84-A6BC-69F203117D53}" type="sibTrans" cxnId="{06901B8B-2952-48DD-8CCE-5DEC5B28CC74}">
      <dgm:prSet/>
      <dgm:spPr/>
      <dgm:t>
        <a:bodyPr/>
        <a:lstStyle/>
        <a:p>
          <a:endParaRPr lang="en-US"/>
        </a:p>
      </dgm:t>
    </dgm:pt>
    <dgm:pt modelId="{7B511F90-442E-489F-BC5A-1CED46F258A2}">
      <dgm:prSet/>
      <dgm:spPr/>
      <dgm:t>
        <a:bodyPr/>
        <a:lstStyle/>
        <a:p>
          <a:pPr algn="l">
            <a:lnSpc>
              <a:spcPct val="90000"/>
            </a:lnSpc>
          </a:pPr>
          <a:r>
            <a:rPr lang="ru-RU" sz="2200" b="1">
              <a:solidFill>
                <a:srgbClr val="FFFFFF"/>
              </a:solidFill>
              <a:ea typeface="+mn-ea"/>
              <a:cs typeface="+mn-cs"/>
            </a:rPr>
            <a:t>Целевая аудитория:</a:t>
          </a:r>
          <a:r>
            <a:rPr lang="ru-RU" sz="2200">
              <a:solidFill>
                <a:srgbClr val="FFFFFF"/>
              </a:solidFill>
              <a:ea typeface="+mn-ea"/>
              <a:cs typeface="+mn-cs"/>
            </a:rPr>
            <a:t> Студенты всех вузов, организаторы ивентов и работодатели.</a:t>
          </a:r>
          <a:endParaRPr lang="en-US" sz="2200">
            <a:solidFill>
              <a:srgbClr val="FFFFFF"/>
            </a:solidFill>
            <a:ea typeface="+mn-ea"/>
            <a:cs typeface="+mn-cs"/>
          </a:endParaRPr>
        </a:p>
      </dgm:t>
    </dgm:pt>
    <dgm:pt modelId="{D181DA4A-62B4-4D07-8178-3FB26F83A4D1}" type="parTrans" cxnId="{E7B6D269-9FD5-46C1-9669-A600C14A5F34}">
      <dgm:prSet/>
      <dgm:spPr/>
      <dgm:t>
        <a:bodyPr/>
        <a:lstStyle/>
        <a:p>
          <a:endParaRPr lang="en-US"/>
        </a:p>
      </dgm:t>
    </dgm:pt>
    <dgm:pt modelId="{24B7B193-3E10-4EEF-9539-0A59FB956FCA}" type="sibTrans" cxnId="{E7B6D269-9FD5-46C1-9669-A600C14A5F34}">
      <dgm:prSet/>
      <dgm:spPr/>
      <dgm:t>
        <a:bodyPr/>
        <a:lstStyle/>
        <a:p>
          <a:endParaRPr lang="en-US"/>
        </a:p>
      </dgm:t>
    </dgm:pt>
    <dgm:pt modelId="{F9A03736-014E-43DA-89CD-98F209E5076C}">
      <dgm:prSet/>
      <dgm:spPr/>
      <dgm:t>
        <a:bodyPr/>
        <a:lstStyle/>
        <a:p>
          <a:pPr algn="l">
            <a:lnSpc>
              <a:spcPct val="90000"/>
            </a:lnSpc>
          </a:pPr>
          <a:r>
            <a:rPr lang="ru-RU" sz="2200">
              <a:solidFill>
                <a:srgbClr val="FFFFFF"/>
              </a:solidFill>
              <a:ea typeface="+mn-ea"/>
              <a:cs typeface="+mn-cs"/>
            </a:rPr>
            <a:t>Необходимые инвестиции</a:t>
          </a:r>
          <a:r>
            <a:rPr lang="en-US" sz="2200">
              <a:solidFill>
                <a:srgbClr val="FFFFFF"/>
              </a:solidFill>
              <a:ea typeface="+mn-ea"/>
              <a:cs typeface="+mn-cs"/>
            </a:rPr>
            <a:t>: </a:t>
          </a:r>
          <a:r>
            <a:rPr lang="ru-RU" sz="2200">
              <a:solidFill>
                <a:srgbClr val="FFFFFF"/>
              </a:solidFill>
              <a:ea typeface="+mn-ea"/>
              <a:cs typeface="+mn-cs"/>
            </a:rPr>
            <a:t> 6 799 488 р.</a:t>
          </a:r>
          <a:endParaRPr lang="en-US" sz="2200">
            <a:solidFill>
              <a:srgbClr val="FFFFFF"/>
            </a:solidFill>
            <a:ea typeface="+mn-ea"/>
            <a:cs typeface="+mn-cs"/>
          </a:endParaRPr>
        </a:p>
      </dgm:t>
    </dgm:pt>
    <dgm:pt modelId="{322AABD5-6AC5-4252-9A40-47CBABB3D89A}" type="parTrans" cxnId="{776B291E-A259-4513-B43F-C16F13FA2513}">
      <dgm:prSet/>
      <dgm:spPr/>
      <dgm:t>
        <a:bodyPr/>
        <a:lstStyle/>
        <a:p>
          <a:endParaRPr lang="en-US"/>
        </a:p>
      </dgm:t>
    </dgm:pt>
    <dgm:pt modelId="{DC74421C-88A8-494E-BF6F-545300B14A12}" type="sibTrans" cxnId="{776B291E-A259-4513-B43F-C16F13FA2513}">
      <dgm:prSet/>
      <dgm:spPr/>
      <dgm:t>
        <a:bodyPr/>
        <a:lstStyle/>
        <a:p>
          <a:endParaRPr lang="en-US"/>
        </a:p>
      </dgm:t>
    </dgm:pt>
    <dgm:pt modelId="{17C3CE5A-7058-487A-8D83-0518DA5D6BA0}" type="pres">
      <dgm:prSet presAssocID="{3818312B-9077-4072-A758-C34E01FF8F41}" presName="linear" presStyleCnt="0">
        <dgm:presLayoutVars>
          <dgm:animLvl val="lvl"/>
          <dgm:resizeHandles val="exact"/>
        </dgm:presLayoutVars>
      </dgm:prSet>
      <dgm:spPr/>
    </dgm:pt>
    <dgm:pt modelId="{D91BD58D-C31B-4AFE-ADA2-F55BEE0095F3}" type="pres">
      <dgm:prSet presAssocID="{9BC31716-61FA-4AD9-8FED-804434979590}" presName="parentText" presStyleLbl="node1" presStyleIdx="0" presStyleCnt="4">
        <dgm:presLayoutVars>
          <dgm:chMax val="0"/>
          <dgm:bulletEnabled val="1"/>
        </dgm:presLayoutVars>
      </dgm:prSet>
      <dgm:spPr/>
    </dgm:pt>
    <dgm:pt modelId="{565B2E84-8345-4BA0-94A6-78B9ED44A2B2}" type="pres">
      <dgm:prSet presAssocID="{89AA1D5C-CB4D-45B7-BEE9-70C147BB85DF}" presName="spacer" presStyleCnt="0"/>
      <dgm:spPr/>
    </dgm:pt>
    <dgm:pt modelId="{9D388277-F4F2-4D95-8A94-4A4E30A64723}" type="pres">
      <dgm:prSet presAssocID="{347B0893-0C5D-4483-A674-B8A80C870DA1}" presName="parentText" presStyleLbl="node1" presStyleIdx="1" presStyleCnt="4">
        <dgm:presLayoutVars>
          <dgm:chMax val="0"/>
          <dgm:bulletEnabled val="1"/>
        </dgm:presLayoutVars>
      </dgm:prSet>
      <dgm:spPr/>
    </dgm:pt>
    <dgm:pt modelId="{632894B5-6B4E-4736-A8BE-A375B0F94D19}" type="pres">
      <dgm:prSet presAssocID="{6279A97B-E20D-4A84-A6BC-69F203117D53}" presName="spacer" presStyleCnt="0"/>
      <dgm:spPr/>
    </dgm:pt>
    <dgm:pt modelId="{0CF3F074-C86B-402C-A778-379866FE0D45}" type="pres">
      <dgm:prSet presAssocID="{7B511F90-442E-489F-BC5A-1CED46F258A2}" presName="parentText" presStyleLbl="node1" presStyleIdx="2" presStyleCnt="4">
        <dgm:presLayoutVars>
          <dgm:chMax val="0"/>
          <dgm:bulletEnabled val="1"/>
        </dgm:presLayoutVars>
      </dgm:prSet>
      <dgm:spPr/>
    </dgm:pt>
    <dgm:pt modelId="{9E6DA696-76AB-49CE-AA02-04A5EBA80B4D}" type="pres">
      <dgm:prSet presAssocID="{24B7B193-3E10-4EEF-9539-0A59FB956FCA}" presName="spacer" presStyleCnt="0"/>
      <dgm:spPr/>
    </dgm:pt>
    <dgm:pt modelId="{A4CF6F06-7879-4215-AF2E-6F4741F150E2}" type="pres">
      <dgm:prSet presAssocID="{F9A03736-014E-43DA-89CD-98F209E5076C}" presName="parentText" presStyleLbl="node1" presStyleIdx="3" presStyleCnt="4">
        <dgm:presLayoutVars>
          <dgm:chMax val="0"/>
          <dgm:bulletEnabled val="1"/>
        </dgm:presLayoutVars>
      </dgm:prSet>
      <dgm:spPr/>
    </dgm:pt>
  </dgm:ptLst>
  <dgm:cxnLst>
    <dgm:cxn modelId="{2934520E-E110-4767-A622-CAFC80ED11CC}" type="presOf" srcId="{F9A03736-014E-43DA-89CD-98F209E5076C}" destId="{A4CF6F06-7879-4215-AF2E-6F4741F150E2}" srcOrd="0" destOrd="0" presId="urn:microsoft.com/office/officeart/2005/8/layout/vList2"/>
    <dgm:cxn modelId="{776B291E-A259-4513-B43F-C16F13FA2513}" srcId="{3818312B-9077-4072-A758-C34E01FF8F41}" destId="{F9A03736-014E-43DA-89CD-98F209E5076C}" srcOrd="3" destOrd="0" parTransId="{322AABD5-6AC5-4252-9A40-47CBABB3D89A}" sibTransId="{DC74421C-88A8-494E-BF6F-545300B14A12}"/>
    <dgm:cxn modelId="{40206532-065C-4DCC-B851-F1CC547CFD0F}" srcId="{3818312B-9077-4072-A758-C34E01FF8F41}" destId="{9BC31716-61FA-4AD9-8FED-804434979590}" srcOrd="0" destOrd="0" parTransId="{7699E690-EB22-4548-9B96-F72929F8F213}" sibTransId="{89AA1D5C-CB4D-45B7-BEE9-70C147BB85DF}"/>
    <dgm:cxn modelId="{E7B6D269-9FD5-46C1-9669-A600C14A5F34}" srcId="{3818312B-9077-4072-A758-C34E01FF8F41}" destId="{7B511F90-442E-489F-BC5A-1CED46F258A2}" srcOrd="2" destOrd="0" parTransId="{D181DA4A-62B4-4D07-8178-3FB26F83A4D1}" sibTransId="{24B7B193-3E10-4EEF-9539-0A59FB956FCA}"/>
    <dgm:cxn modelId="{06901B8B-2952-48DD-8CCE-5DEC5B28CC74}" srcId="{3818312B-9077-4072-A758-C34E01FF8F41}" destId="{347B0893-0C5D-4483-A674-B8A80C870DA1}" srcOrd="1" destOrd="0" parTransId="{C99E518E-B2B6-4F92-A7BD-350AD330BF77}" sibTransId="{6279A97B-E20D-4A84-A6BC-69F203117D53}"/>
    <dgm:cxn modelId="{390213B3-93EE-4A38-BC71-1A39B7DF8E3D}" type="presOf" srcId="{9BC31716-61FA-4AD9-8FED-804434979590}" destId="{D91BD58D-C31B-4AFE-ADA2-F55BEE0095F3}" srcOrd="0" destOrd="0" presId="urn:microsoft.com/office/officeart/2005/8/layout/vList2"/>
    <dgm:cxn modelId="{528FF9CF-0BDD-4AAE-B92D-38C43CF9C8A9}" type="presOf" srcId="{7B511F90-442E-489F-BC5A-1CED46F258A2}" destId="{0CF3F074-C86B-402C-A778-379866FE0D45}" srcOrd="0" destOrd="0" presId="urn:microsoft.com/office/officeart/2005/8/layout/vList2"/>
    <dgm:cxn modelId="{EC6020ED-5044-43E9-81EB-3AD23DAEF4EF}" type="presOf" srcId="{347B0893-0C5D-4483-A674-B8A80C870DA1}" destId="{9D388277-F4F2-4D95-8A94-4A4E30A64723}" srcOrd="0" destOrd="0" presId="urn:microsoft.com/office/officeart/2005/8/layout/vList2"/>
    <dgm:cxn modelId="{CB8C95FE-4A81-4CAC-88D4-AF18E5E5B7C1}" type="presOf" srcId="{3818312B-9077-4072-A758-C34E01FF8F41}" destId="{17C3CE5A-7058-487A-8D83-0518DA5D6BA0}" srcOrd="0" destOrd="0" presId="urn:microsoft.com/office/officeart/2005/8/layout/vList2"/>
    <dgm:cxn modelId="{9C9E6C84-F826-4E5D-886F-3DB7A905E8FF}" type="presParOf" srcId="{17C3CE5A-7058-487A-8D83-0518DA5D6BA0}" destId="{D91BD58D-C31B-4AFE-ADA2-F55BEE0095F3}" srcOrd="0" destOrd="0" presId="urn:microsoft.com/office/officeart/2005/8/layout/vList2"/>
    <dgm:cxn modelId="{0733A0AB-F9CE-4019-9830-F1864C68F027}" type="presParOf" srcId="{17C3CE5A-7058-487A-8D83-0518DA5D6BA0}" destId="{565B2E84-8345-4BA0-94A6-78B9ED44A2B2}" srcOrd="1" destOrd="0" presId="urn:microsoft.com/office/officeart/2005/8/layout/vList2"/>
    <dgm:cxn modelId="{C60A2B1E-EDC0-4422-A51F-AF989D821842}" type="presParOf" srcId="{17C3CE5A-7058-487A-8D83-0518DA5D6BA0}" destId="{9D388277-F4F2-4D95-8A94-4A4E30A64723}" srcOrd="2" destOrd="0" presId="urn:microsoft.com/office/officeart/2005/8/layout/vList2"/>
    <dgm:cxn modelId="{80AC95D7-38B2-4013-9626-E5C147ED7A90}" type="presParOf" srcId="{17C3CE5A-7058-487A-8D83-0518DA5D6BA0}" destId="{632894B5-6B4E-4736-A8BE-A375B0F94D19}" srcOrd="3" destOrd="0" presId="urn:microsoft.com/office/officeart/2005/8/layout/vList2"/>
    <dgm:cxn modelId="{CA44E6FF-F2C2-4744-ABF7-C45D5BFD55C2}" type="presParOf" srcId="{17C3CE5A-7058-487A-8D83-0518DA5D6BA0}" destId="{0CF3F074-C86B-402C-A778-379866FE0D45}" srcOrd="4" destOrd="0" presId="urn:microsoft.com/office/officeart/2005/8/layout/vList2"/>
    <dgm:cxn modelId="{12468636-8451-403C-8E34-6CAF1A955787}" type="presParOf" srcId="{17C3CE5A-7058-487A-8D83-0518DA5D6BA0}" destId="{9E6DA696-76AB-49CE-AA02-04A5EBA80B4D}" srcOrd="5" destOrd="0" presId="urn:microsoft.com/office/officeart/2005/8/layout/vList2"/>
    <dgm:cxn modelId="{B6EBC460-368B-4ABF-8265-8800EF76F7BD}" type="presParOf" srcId="{17C3CE5A-7058-487A-8D83-0518DA5D6BA0}" destId="{A4CF6F06-7879-4215-AF2E-6F4741F150E2}" srcOrd="6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E3BE37A4-60C4-4644-A43D-42C55D58ED0F}" type="doc">
      <dgm:prSet loTypeId="urn:microsoft.com/office/officeart/2005/8/layout/hierarchy1" loCatId="hierarchy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278171D5-BCCB-428E-8658-EEDD840BC441}">
      <dgm:prSet/>
      <dgm:spPr/>
      <dgm:t>
        <a:bodyPr/>
        <a:lstStyle/>
        <a:p>
          <a:r>
            <a:rPr lang="ru-RU" b="1"/>
            <a:t>Понятная и востребованная идея.</a:t>
          </a:r>
          <a:endParaRPr lang="en-US"/>
        </a:p>
      </dgm:t>
    </dgm:pt>
    <dgm:pt modelId="{487E33B1-1A72-4FCE-882D-F59C9653EE13}" type="parTrans" cxnId="{B35BFB73-80E4-41E9-B0EE-5F8283676126}">
      <dgm:prSet/>
      <dgm:spPr/>
      <dgm:t>
        <a:bodyPr/>
        <a:lstStyle/>
        <a:p>
          <a:endParaRPr lang="en-US"/>
        </a:p>
      </dgm:t>
    </dgm:pt>
    <dgm:pt modelId="{FBDCD4B1-6E1E-4911-8ADB-FFF0BF966309}" type="sibTrans" cxnId="{B35BFB73-80E4-41E9-B0EE-5F8283676126}">
      <dgm:prSet/>
      <dgm:spPr/>
      <dgm:t>
        <a:bodyPr/>
        <a:lstStyle/>
        <a:p>
          <a:endParaRPr lang="en-US"/>
        </a:p>
      </dgm:t>
    </dgm:pt>
    <dgm:pt modelId="{923FD7BB-B280-4F73-A4F8-EAC7643CFEA2}">
      <dgm:prSet/>
      <dgm:spPr/>
      <dgm:t>
        <a:bodyPr/>
        <a:lstStyle/>
        <a:p>
          <a:r>
            <a:rPr lang="ru-RU" b="1"/>
            <a:t>Наличие работающего продукта.</a:t>
          </a:r>
          <a:endParaRPr lang="en-US"/>
        </a:p>
      </dgm:t>
    </dgm:pt>
    <dgm:pt modelId="{214EB25F-C58B-4C30-AFEF-E4F080EF279C}" type="parTrans" cxnId="{0CB119A9-90DA-45CF-8032-31B389E52C8E}">
      <dgm:prSet/>
      <dgm:spPr/>
      <dgm:t>
        <a:bodyPr/>
        <a:lstStyle/>
        <a:p>
          <a:endParaRPr lang="en-US"/>
        </a:p>
      </dgm:t>
    </dgm:pt>
    <dgm:pt modelId="{88602F0C-67AE-4E12-A6B5-B975B22B5518}" type="sibTrans" cxnId="{0CB119A9-90DA-45CF-8032-31B389E52C8E}">
      <dgm:prSet/>
      <dgm:spPr/>
      <dgm:t>
        <a:bodyPr/>
        <a:lstStyle/>
        <a:p>
          <a:endParaRPr lang="en-US"/>
        </a:p>
      </dgm:t>
    </dgm:pt>
    <dgm:pt modelId="{F1ABA364-658D-4AD9-8CE4-80139978C8B2}">
      <dgm:prSet/>
      <dgm:spPr/>
      <dgm:t>
        <a:bodyPr/>
        <a:lstStyle/>
        <a:p>
          <a:r>
            <a:rPr lang="ru-RU" b="1"/>
            <a:t>Потенциал масштабирования.</a:t>
          </a:r>
          <a:endParaRPr lang="en-US"/>
        </a:p>
      </dgm:t>
    </dgm:pt>
    <dgm:pt modelId="{0F206B71-4F62-407D-A6F0-7990DDF405B5}" type="parTrans" cxnId="{E0CF04CF-3A9E-4C89-87A5-7DC62F50F5D0}">
      <dgm:prSet/>
      <dgm:spPr/>
      <dgm:t>
        <a:bodyPr/>
        <a:lstStyle/>
        <a:p>
          <a:endParaRPr lang="en-US"/>
        </a:p>
      </dgm:t>
    </dgm:pt>
    <dgm:pt modelId="{C09EA28A-F69D-4D8C-AABC-FD214F7D2F4A}" type="sibTrans" cxnId="{E0CF04CF-3A9E-4C89-87A5-7DC62F50F5D0}">
      <dgm:prSet/>
      <dgm:spPr/>
      <dgm:t>
        <a:bodyPr/>
        <a:lstStyle/>
        <a:p>
          <a:endParaRPr lang="en-US"/>
        </a:p>
      </dgm:t>
    </dgm:pt>
    <dgm:pt modelId="{B8CE3E34-D240-4FF9-8AE2-3EAD33E36757}" type="pres">
      <dgm:prSet presAssocID="{E3BE37A4-60C4-4644-A43D-42C55D58ED0F}" presName="hierChild1" presStyleCnt="0">
        <dgm:presLayoutVars>
          <dgm:chPref val="1"/>
          <dgm:dir/>
          <dgm:animOne val="branch"/>
          <dgm:animLvl val="lvl"/>
          <dgm:resizeHandles/>
        </dgm:presLayoutVars>
      </dgm:prSet>
      <dgm:spPr/>
    </dgm:pt>
    <dgm:pt modelId="{C84A6FF9-044E-4937-B7C2-13EB96C660FB}" type="pres">
      <dgm:prSet presAssocID="{278171D5-BCCB-428E-8658-EEDD840BC441}" presName="hierRoot1" presStyleCnt="0"/>
      <dgm:spPr/>
    </dgm:pt>
    <dgm:pt modelId="{CD22B26A-C451-470F-857F-7C950736024C}" type="pres">
      <dgm:prSet presAssocID="{278171D5-BCCB-428E-8658-EEDD840BC441}" presName="composite" presStyleCnt="0"/>
      <dgm:spPr/>
    </dgm:pt>
    <dgm:pt modelId="{FBABB503-0629-4E5F-896C-5C2505D618D2}" type="pres">
      <dgm:prSet presAssocID="{278171D5-BCCB-428E-8658-EEDD840BC441}" presName="background" presStyleLbl="node0" presStyleIdx="0" presStyleCnt="3"/>
      <dgm:spPr/>
    </dgm:pt>
    <dgm:pt modelId="{DF67492B-A008-48D0-9E55-976FEEB1A523}" type="pres">
      <dgm:prSet presAssocID="{278171D5-BCCB-428E-8658-EEDD840BC441}" presName="text" presStyleLbl="fgAcc0" presStyleIdx="0" presStyleCnt="3">
        <dgm:presLayoutVars>
          <dgm:chPref val="3"/>
        </dgm:presLayoutVars>
      </dgm:prSet>
      <dgm:spPr/>
    </dgm:pt>
    <dgm:pt modelId="{F2385219-A925-4F63-B30D-664FCBEDFE6A}" type="pres">
      <dgm:prSet presAssocID="{278171D5-BCCB-428E-8658-EEDD840BC441}" presName="hierChild2" presStyleCnt="0"/>
      <dgm:spPr/>
    </dgm:pt>
    <dgm:pt modelId="{E7C5EF94-75DD-465A-9852-53ED07439C4C}" type="pres">
      <dgm:prSet presAssocID="{923FD7BB-B280-4F73-A4F8-EAC7643CFEA2}" presName="hierRoot1" presStyleCnt="0"/>
      <dgm:spPr/>
    </dgm:pt>
    <dgm:pt modelId="{56AE3527-D5EF-4AC1-AB9A-9AF74AA0AB31}" type="pres">
      <dgm:prSet presAssocID="{923FD7BB-B280-4F73-A4F8-EAC7643CFEA2}" presName="composite" presStyleCnt="0"/>
      <dgm:spPr/>
    </dgm:pt>
    <dgm:pt modelId="{0823AE67-7233-448D-82A3-31D3F66E15EA}" type="pres">
      <dgm:prSet presAssocID="{923FD7BB-B280-4F73-A4F8-EAC7643CFEA2}" presName="background" presStyleLbl="node0" presStyleIdx="1" presStyleCnt="3"/>
      <dgm:spPr/>
    </dgm:pt>
    <dgm:pt modelId="{FC676BE4-396A-4E67-A98A-AEABDB6A82DB}" type="pres">
      <dgm:prSet presAssocID="{923FD7BB-B280-4F73-A4F8-EAC7643CFEA2}" presName="text" presStyleLbl="fgAcc0" presStyleIdx="1" presStyleCnt="3">
        <dgm:presLayoutVars>
          <dgm:chPref val="3"/>
        </dgm:presLayoutVars>
      </dgm:prSet>
      <dgm:spPr/>
    </dgm:pt>
    <dgm:pt modelId="{12D1E058-373F-42DC-A47C-D439913E5927}" type="pres">
      <dgm:prSet presAssocID="{923FD7BB-B280-4F73-A4F8-EAC7643CFEA2}" presName="hierChild2" presStyleCnt="0"/>
      <dgm:spPr/>
    </dgm:pt>
    <dgm:pt modelId="{D4E42D70-E130-41F9-AA40-76A4AE354325}" type="pres">
      <dgm:prSet presAssocID="{F1ABA364-658D-4AD9-8CE4-80139978C8B2}" presName="hierRoot1" presStyleCnt="0"/>
      <dgm:spPr/>
    </dgm:pt>
    <dgm:pt modelId="{B43873B6-80DD-44D7-8706-DCDC2BECCF4E}" type="pres">
      <dgm:prSet presAssocID="{F1ABA364-658D-4AD9-8CE4-80139978C8B2}" presName="composite" presStyleCnt="0"/>
      <dgm:spPr/>
    </dgm:pt>
    <dgm:pt modelId="{51B1920B-F2BB-4B18-962B-8DAD03252C6B}" type="pres">
      <dgm:prSet presAssocID="{F1ABA364-658D-4AD9-8CE4-80139978C8B2}" presName="background" presStyleLbl="node0" presStyleIdx="2" presStyleCnt="3"/>
      <dgm:spPr/>
    </dgm:pt>
    <dgm:pt modelId="{6823EC30-3354-42B6-922C-042461043804}" type="pres">
      <dgm:prSet presAssocID="{F1ABA364-658D-4AD9-8CE4-80139978C8B2}" presName="text" presStyleLbl="fgAcc0" presStyleIdx="2" presStyleCnt="3">
        <dgm:presLayoutVars>
          <dgm:chPref val="3"/>
        </dgm:presLayoutVars>
      </dgm:prSet>
      <dgm:spPr/>
    </dgm:pt>
    <dgm:pt modelId="{EB31CF60-98E4-4D6D-A734-409DE1DB654F}" type="pres">
      <dgm:prSet presAssocID="{F1ABA364-658D-4AD9-8CE4-80139978C8B2}" presName="hierChild2" presStyleCnt="0"/>
      <dgm:spPr/>
    </dgm:pt>
  </dgm:ptLst>
  <dgm:cxnLst>
    <dgm:cxn modelId="{556A753C-68B3-4E61-97C6-E28EB471B05C}" type="presOf" srcId="{278171D5-BCCB-428E-8658-EEDD840BC441}" destId="{DF67492B-A008-48D0-9E55-976FEEB1A523}" srcOrd="0" destOrd="0" presId="urn:microsoft.com/office/officeart/2005/8/layout/hierarchy1"/>
    <dgm:cxn modelId="{B35BFB73-80E4-41E9-B0EE-5F8283676126}" srcId="{E3BE37A4-60C4-4644-A43D-42C55D58ED0F}" destId="{278171D5-BCCB-428E-8658-EEDD840BC441}" srcOrd="0" destOrd="0" parTransId="{487E33B1-1A72-4FCE-882D-F59C9653EE13}" sibTransId="{FBDCD4B1-6E1E-4911-8ADB-FFF0BF966309}"/>
    <dgm:cxn modelId="{C06A3E7D-EFF2-48B1-A325-1489663156B7}" type="presOf" srcId="{F1ABA364-658D-4AD9-8CE4-80139978C8B2}" destId="{6823EC30-3354-42B6-922C-042461043804}" srcOrd="0" destOrd="0" presId="urn:microsoft.com/office/officeart/2005/8/layout/hierarchy1"/>
    <dgm:cxn modelId="{0CB119A9-90DA-45CF-8032-31B389E52C8E}" srcId="{E3BE37A4-60C4-4644-A43D-42C55D58ED0F}" destId="{923FD7BB-B280-4F73-A4F8-EAC7643CFEA2}" srcOrd="1" destOrd="0" parTransId="{214EB25F-C58B-4C30-AFEF-E4F080EF279C}" sibTransId="{88602F0C-67AE-4E12-A6B5-B975B22B5518}"/>
    <dgm:cxn modelId="{527625CB-99AA-4A26-8AC8-8D9519600C9D}" type="presOf" srcId="{923FD7BB-B280-4F73-A4F8-EAC7643CFEA2}" destId="{FC676BE4-396A-4E67-A98A-AEABDB6A82DB}" srcOrd="0" destOrd="0" presId="urn:microsoft.com/office/officeart/2005/8/layout/hierarchy1"/>
    <dgm:cxn modelId="{E0CF04CF-3A9E-4C89-87A5-7DC62F50F5D0}" srcId="{E3BE37A4-60C4-4644-A43D-42C55D58ED0F}" destId="{F1ABA364-658D-4AD9-8CE4-80139978C8B2}" srcOrd="2" destOrd="0" parTransId="{0F206B71-4F62-407D-A6F0-7990DDF405B5}" sibTransId="{C09EA28A-F69D-4D8C-AABC-FD214F7D2F4A}"/>
    <dgm:cxn modelId="{360EEBD2-1686-4982-B1AD-AAC68EB591E1}" type="presOf" srcId="{E3BE37A4-60C4-4644-A43D-42C55D58ED0F}" destId="{B8CE3E34-D240-4FF9-8AE2-3EAD33E36757}" srcOrd="0" destOrd="0" presId="urn:microsoft.com/office/officeart/2005/8/layout/hierarchy1"/>
    <dgm:cxn modelId="{ACFB48E2-376C-47CE-B730-CD1DE6A26631}" type="presParOf" srcId="{B8CE3E34-D240-4FF9-8AE2-3EAD33E36757}" destId="{C84A6FF9-044E-4937-B7C2-13EB96C660FB}" srcOrd="0" destOrd="0" presId="urn:microsoft.com/office/officeart/2005/8/layout/hierarchy1"/>
    <dgm:cxn modelId="{91752BB8-354B-42F4-A797-9F25C0CDF712}" type="presParOf" srcId="{C84A6FF9-044E-4937-B7C2-13EB96C660FB}" destId="{CD22B26A-C451-470F-857F-7C950736024C}" srcOrd="0" destOrd="0" presId="urn:microsoft.com/office/officeart/2005/8/layout/hierarchy1"/>
    <dgm:cxn modelId="{607F3619-E02D-45DB-89BE-F579B24BC7BC}" type="presParOf" srcId="{CD22B26A-C451-470F-857F-7C950736024C}" destId="{FBABB503-0629-4E5F-896C-5C2505D618D2}" srcOrd="0" destOrd="0" presId="urn:microsoft.com/office/officeart/2005/8/layout/hierarchy1"/>
    <dgm:cxn modelId="{2292EC53-C7D9-4552-9C16-52BC94A9FBB9}" type="presParOf" srcId="{CD22B26A-C451-470F-857F-7C950736024C}" destId="{DF67492B-A008-48D0-9E55-976FEEB1A523}" srcOrd="1" destOrd="0" presId="urn:microsoft.com/office/officeart/2005/8/layout/hierarchy1"/>
    <dgm:cxn modelId="{DF0A61A5-AA95-4458-968E-A5B7A48FD377}" type="presParOf" srcId="{C84A6FF9-044E-4937-B7C2-13EB96C660FB}" destId="{F2385219-A925-4F63-B30D-664FCBEDFE6A}" srcOrd="1" destOrd="0" presId="urn:microsoft.com/office/officeart/2005/8/layout/hierarchy1"/>
    <dgm:cxn modelId="{D1E53C62-A3B6-4249-9023-FB2CBD1CAF83}" type="presParOf" srcId="{B8CE3E34-D240-4FF9-8AE2-3EAD33E36757}" destId="{E7C5EF94-75DD-465A-9852-53ED07439C4C}" srcOrd="1" destOrd="0" presId="urn:microsoft.com/office/officeart/2005/8/layout/hierarchy1"/>
    <dgm:cxn modelId="{D3683066-EB96-445B-B8E7-C91D542D3005}" type="presParOf" srcId="{E7C5EF94-75DD-465A-9852-53ED07439C4C}" destId="{56AE3527-D5EF-4AC1-AB9A-9AF74AA0AB31}" srcOrd="0" destOrd="0" presId="urn:microsoft.com/office/officeart/2005/8/layout/hierarchy1"/>
    <dgm:cxn modelId="{623F020E-BEE5-4FF0-81C1-29F713FA7E61}" type="presParOf" srcId="{56AE3527-D5EF-4AC1-AB9A-9AF74AA0AB31}" destId="{0823AE67-7233-448D-82A3-31D3F66E15EA}" srcOrd="0" destOrd="0" presId="urn:microsoft.com/office/officeart/2005/8/layout/hierarchy1"/>
    <dgm:cxn modelId="{5DDBB70A-70BD-411B-91D7-F482CDA4DF11}" type="presParOf" srcId="{56AE3527-D5EF-4AC1-AB9A-9AF74AA0AB31}" destId="{FC676BE4-396A-4E67-A98A-AEABDB6A82DB}" srcOrd="1" destOrd="0" presId="urn:microsoft.com/office/officeart/2005/8/layout/hierarchy1"/>
    <dgm:cxn modelId="{C52CBC22-A0B6-4E99-8D59-29B8F1B44CCA}" type="presParOf" srcId="{E7C5EF94-75DD-465A-9852-53ED07439C4C}" destId="{12D1E058-373F-42DC-A47C-D439913E5927}" srcOrd="1" destOrd="0" presId="urn:microsoft.com/office/officeart/2005/8/layout/hierarchy1"/>
    <dgm:cxn modelId="{E3F2B6AD-8AC5-4408-B8DF-4F112D87BCC7}" type="presParOf" srcId="{B8CE3E34-D240-4FF9-8AE2-3EAD33E36757}" destId="{D4E42D70-E130-41F9-AA40-76A4AE354325}" srcOrd="2" destOrd="0" presId="urn:microsoft.com/office/officeart/2005/8/layout/hierarchy1"/>
    <dgm:cxn modelId="{FB5634A5-1423-42D9-8F5F-D0EF866F6B8D}" type="presParOf" srcId="{D4E42D70-E130-41F9-AA40-76A4AE354325}" destId="{B43873B6-80DD-44D7-8706-DCDC2BECCF4E}" srcOrd="0" destOrd="0" presId="urn:microsoft.com/office/officeart/2005/8/layout/hierarchy1"/>
    <dgm:cxn modelId="{2C508A8C-9329-4771-96FD-E845D86D4529}" type="presParOf" srcId="{B43873B6-80DD-44D7-8706-DCDC2BECCF4E}" destId="{51B1920B-F2BB-4B18-962B-8DAD03252C6B}" srcOrd="0" destOrd="0" presId="urn:microsoft.com/office/officeart/2005/8/layout/hierarchy1"/>
    <dgm:cxn modelId="{661AFA39-BB66-4EB2-9439-5FF96DCC708F}" type="presParOf" srcId="{B43873B6-80DD-44D7-8706-DCDC2BECCF4E}" destId="{6823EC30-3354-42B6-922C-042461043804}" srcOrd="1" destOrd="0" presId="urn:microsoft.com/office/officeart/2005/8/layout/hierarchy1"/>
    <dgm:cxn modelId="{161362CD-0BD3-475B-9A24-5CFF689D7272}" type="presParOf" srcId="{D4E42D70-E130-41F9-AA40-76A4AE354325}" destId="{EB31CF60-98E4-4D6D-A734-409DE1DB654F}" srcOrd="1" destOrd="0" presId="urn:microsoft.com/office/officeart/2005/8/layout/hierarchy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40C1129-E697-4252-A6C0-0D3940E3020D}">
      <dsp:nvSpPr>
        <dsp:cNvPr id="0" name=""/>
        <dsp:cNvSpPr/>
      </dsp:nvSpPr>
      <dsp:spPr>
        <a:xfrm>
          <a:off x="751" y="0"/>
          <a:ext cx="3041898" cy="3598863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00472" tIns="0" rIns="300472" bIns="330200" numCol="1" spcCol="1270" anchor="t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900" kern="1200"/>
            <a:t>Доступ к актуальной афише молодежных мероприятий, вечеринок и фестивалей. Ничего не пропускаешь.</a:t>
          </a:r>
          <a:endParaRPr lang="en-US" sz="1900" kern="1200"/>
        </a:p>
      </dsp:txBody>
      <dsp:txXfrm>
        <a:off x="751" y="1439545"/>
        <a:ext cx="3041898" cy="2159317"/>
      </dsp:txXfrm>
    </dsp:sp>
    <dsp:sp modelId="{33C3D2FC-FD3F-4CC2-8351-99F682C1036B}">
      <dsp:nvSpPr>
        <dsp:cNvPr id="0" name=""/>
        <dsp:cNvSpPr/>
      </dsp:nvSpPr>
      <dsp:spPr>
        <a:xfrm>
          <a:off x="751" y="0"/>
          <a:ext cx="3041898" cy="1439545"/>
        </a:xfrm>
        <a:prstGeom prst="rect">
          <a:avLst/>
        </a:prstGeom>
        <a:noFill/>
        <a:ln w="12700" cap="flat" cmpd="sng" algn="ctr">
          <a:noFill/>
          <a:prstDash val="solid"/>
        </a:ln>
        <a:effectLst/>
        <a:sp3d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00472" tIns="165100" rIns="300472" bIns="165100" numCol="1" spcCol="1270" anchor="ctr" anchorCtr="0">
          <a:noAutofit/>
        </a:bodyPr>
        <a:lstStyle/>
        <a:p>
          <a:pPr marL="0" lvl="0" indent="0" algn="l" defTabSz="2933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6600" kern="1200"/>
            <a:t>01</a:t>
          </a:r>
        </a:p>
      </dsp:txBody>
      <dsp:txXfrm>
        <a:off x="751" y="0"/>
        <a:ext cx="3041898" cy="1439545"/>
      </dsp:txXfrm>
    </dsp:sp>
    <dsp:sp modelId="{280D4727-1CDF-4B25-9613-AF6168867868}">
      <dsp:nvSpPr>
        <dsp:cNvPr id="0" name=""/>
        <dsp:cNvSpPr/>
      </dsp:nvSpPr>
      <dsp:spPr>
        <a:xfrm>
          <a:off x="3286000" y="0"/>
          <a:ext cx="3041898" cy="3598863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00472" tIns="0" rIns="300472" bIns="330200" numCol="1" spcCol="1270" anchor="t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900" kern="1200"/>
            <a:t>Площадка для фриланса и поиска работы, где заказчики ищут студентов с конкретными навыками.</a:t>
          </a:r>
          <a:endParaRPr lang="en-US" sz="1900" kern="1200"/>
        </a:p>
      </dsp:txBody>
      <dsp:txXfrm>
        <a:off x="3286000" y="1439545"/>
        <a:ext cx="3041898" cy="2159317"/>
      </dsp:txXfrm>
    </dsp:sp>
    <dsp:sp modelId="{9159E6B1-5D8F-4F01-88EA-E492D3E64C45}">
      <dsp:nvSpPr>
        <dsp:cNvPr id="0" name=""/>
        <dsp:cNvSpPr/>
      </dsp:nvSpPr>
      <dsp:spPr>
        <a:xfrm>
          <a:off x="3286000" y="0"/>
          <a:ext cx="3041898" cy="1439545"/>
        </a:xfrm>
        <a:prstGeom prst="rect">
          <a:avLst/>
        </a:prstGeom>
        <a:noFill/>
        <a:ln w="12700" cap="flat" cmpd="sng" algn="ctr">
          <a:noFill/>
          <a:prstDash val="solid"/>
        </a:ln>
        <a:effectLst/>
        <a:sp3d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00472" tIns="165100" rIns="300472" bIns="165100" numCol="1" spcCol="1270" anchor="ctr" anchorCtr="0">
          <a:noAutofit/>
        </a:bodyPr>
        <a:lstStyle/>
        <a:p>
          <a:pPr marL="0" lvl="0" indent="0" algn="l" defTabSz="2933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6600" kern="1200"/>
            <a:t>02</a:t>
          </a:r>
        </a:p>
      </dsp:txBody>
      <dsp:txXfrm>
        <a:off x="3286000" y="0"/>
        <a:ext cx="3041898" cy="1439545"/>
      </dsp:txXfrm>
    </dsp:sp>
    <dsp:sp modelId="{224F89C6-AE24-486C-A594-9BF5BA1A5B7A}">
      <dsp:nvSpPr>
        <dsp:cNvPr id="0" name=""/>
        <dsp:cNvSpPr/>
      </dsp:nvSpPr>
      <dsp:spPr>
        <a:xfrm>
          <a:off x="6571250" y="0"/>
          <a:ext cx="3041898" cy="3598863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00472" tIns="0" rIns="300472" bIns="330200" numCol="1" spcCol="1270" anchor="t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900" kern="1200"/>
            <a:t>Место для полезных знакомств</a:t>
          </a:r>
          <a:r>
            <a:rPr lang="en-US" sz="1900" kern="1200"/>
            <a:t> </a:t>
          </a:r>
          <a:r>
            <a:rPr lang="ru-RU" sz="1900" kern="1200"/>
            <a:t>и обмена опытом внутри большой сети студентов разных вузов.</a:t>
          </a:r>
          <a:br>
            <a:rPr lang="ru-RU" sz="1900" kern="1200"/>
          </a:br>
          <a:endParaRPr lang="en-US" sz="1900" kern="1200"/>
        </a:p>
      </dsp:txBody>
      <dsp:txXfrm>
        <a:off x="6571250" y="1439545"/>
        <a:ext cx="3041898" cy="2159317"/>
      </dsp:txXfrm>
    </dsp:sp>
    <dsp:sp modelId="{137D6260-BE1A-4A0D-9BB6-BF918E982F4B}">
      <dsp:nvSpPr>
        <dsp:cNvPr id="0" name=""/>
        <dsp:cNvSpPr/>
      </dsp:nvSpPr>
      <dsp:spPr>
        <a:xfrm>
          <a:off x="6571250" y="0"/>
          <a:ext cx="3041898" cy="1439545"/>
        </a:xfrm>
        <a:prstGeom prst="rect">
          <a:avLst/>
        </a:prstGeom>
        <a:noFill/>
        <a:ln w="12700" cap="flat" cmpd="sng" algn="ctr">
          <a:noFill/>
          <a:prstDash val="solid"/>
        </a:ln>
        <a:effectLst/>
        <a:sp3d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00472" tIns="165100" rIns="300472" bIns="165100" numCol="1" spcCol="1270" anchor="ctr" anchorCtr="0">
          <a:noAutofit/>
        </a:bodyPr>
        <a:lstStyle/>
        <a:p>
          <a:pPr marL="0" lvl="0" indent="0" algn="l" defTabSz="2933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6600" kern="1200"/>
            <a:t>03</a:t>
          </a:r>
        </a:p>
      </dsp:txBody>
      <dsp:txXfrm>
        <a:off x="6571250" y="0"/>
        <a:ext cx="3041898" cy="1439545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91BD58D-C31B-4AFE-ADA2-F55BEE0095F3}">
      <dsp:nvSpPr>
        <dsp:cNvPr id="0" name=""/>
        <dsp:cNvSpPr/>
      </dsp:nvSpPr>
      <dsp:spPr>
        <a:xfrm>
          <a:off x="0" y="31517"/>
          <a:ext cx="9613860" cy="83655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200" b="1" kern="1200">
              <a:solidFill>
                <a:srgbClr val="FFFFFF"/>
              </a:solidFill>
              <a:ea typeface="+mn-ea"/>
              <a:cs typeface="+mn-cs"/>
            </a:rPr>
            <a:t>Продукт:</a:t>
          </a:r>
          <a:r>
            <a:rPr lang="ru-RU" sz="2200" kern="1200">
              <a:solidFill>
                <a:srgbClr val="FFFFFF"/>
              </a:solidFill>
              <a:ea typeface="+mn-ea"/>
              <a:cs typeface="+mn-cs"/>
            </a:rPr>
            <a:t> Мобильное приложение (iOS и Android) .</a:t>
          </a:r>
          <a:endParaRPr lang="en-US" sz="2200" kern="1200">
            <a:solidFill>
              <a:srgbClr val="FFFFFF"/>
            </a:solidFill>
            <a:ea typeface="+mn-ea"/>
            <a:cs typeface="+mn-cs"/>
          </a:endParaRPr>
        </a:p>
      </dsp:txBody>
      <dsp:txXfrm>
        <a:off x="40837" y="72354"/>
        <a:ext cx="9532186" cy="754876"/>
      </dsp:txXfrm>
    </dsp:sp>
    <dsp:sp modelId="{9D388277-F4F2-4D95-8A94-4A4E30A64723}">
      <dsp:nvSpPr>
        <dsp:cNvPr id="0" name=""/>
        <dsp:cNvSpPr/>
      </dsp:nvSpPr>
      <dsp:spPr>
        <a:xfrm>
          <a:off x="0" y="931427"/>
          <a:ext cx="9613860" cy="83655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200" b="1" kern="1200">
              <a:solidFill>
                <a:srgbClr val="FFFFFF"/>
              </a:solidFill>
              <a:ea typeface="+mn-ea"/>
              <a:cs typeface="+mn-cs"/>
            </a:rPr>
            <a:t>Сайт:</a:t>
          </a:r>
          <a:r>
            <a:rPr lang="ru-RU" sz="2200" kern="1200" dirty="0">
              <a:solidFill>
                <a:srgbClr val="FFFFFF"/>
              </a:solidFill>
              <a:ea typeface="+mn-ea"/>
              <a:cs typeface="+mn-cs"/>
            </a:rPr>
            <a:t> </a:t>
          </a:r>
          <a:r>
            <a:rPr lang="ru-RU" sz="2200" kern="1200" dirty="0">
              <a:solidFill>
                <a:srgbClr val="FCEAD0"/>
              </a:solidFill>
              <a:ea typeface="+mn-ea"/>
              <a:cs typeface="+mn-cs"/>
              <a:hlinkClick xmlns:r="http://schemas.openxmlformats.org/officeDocument/2006/relationships" r:id="rId1">
                <a:extLst>
                  <a:ext uri="{A12FA001-AC4F-418D-AE19-62706E023703}">
                    <ahyp:hlinkClr xmlns:ahyp="http://schemas.microsoft.com/office/drawing/2018/hyperlinkcolor" val="tx"/>
                  </a:ext>
                </a:extLst>
              </a:hlinkClick>
            </a:rPr>
            <a:t>myuni.su</a:t>
          </a:r>
          <a:endParaRPr lang="en-US" sz="2200" kern="1200" dirty="0">
            <a:solidFill>
              <a:srgbClr val="FCEAD0"/>
            </a:solidFill>
            <a:ea typeface="+mn-ea"/>
            <a:cs typeface="+mn-cs"/>
            <a:hlinkClick xmlns:r="http://schemas.openxmlformats.org/officeDocument/2006/relationships" r:id="">
              <a:extLst>
                <a:ext uri="{A12FA001-AC4F-418D-AE19-62706E023703}">
                  <ahyp:hlinkClr xmlns:ahyp="http://schemas.microsoft.com/office/drawing/2018/hyperlinkcolor" val="tx"/>
                </a:ext>
              </a:extLst>
            </a:hlinkClick>
          </a:endParaRPr>
        </a:p>
      </dsp:txBody>
      <dsp:txXfrm>
        <a:off x="40837" y="972264"/>
        <a:ext cx="9532186" cy="754876"/>
      </dsp:txXfrm>
    </dsp:sp>
    <dsp:sp modelId="{0CF3F074-C86B-402C-A778-379866FE0D45}">
      <dsp:nvSpPr>
        <dsp:cNvPr id="0" name=""/>
        <dsp:cNvSpPr/>
      </dsp:nvSpPr>
      <dsp:spPr>
        <a:xfrm>
          <a:off x="0" y="1831338"/>
          <a:ext cx="9613860" cy="83655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200" b="1" kern="1200">
              <a:solidFill>
                <a:srgbClr val="FFFFFF"/>
              </a:solidFill>
              <a:ea typeface="+mn-ea"/>
              <a:cs typeface="+mn-cs"/>
            </a:rPr>
            <a:t>Целевая аудитория:</a:t>
          </a:r>
          <a:r>
            <a:rPr lang="ru-RU" sz="2200" kern="1200">
              <a:solidFill>
                <a:srgbClr val="FFFFFF"/>
              </a:solidFill>
              <a:ea typeface="+mn-ea"/>
              <a:cs typeface="+mn-cs"/>
            </a:rPr>
            <a:t> Студенты всех вузов, организаторы ивентов и работодатели.</a:t>
          </a:r>
          <a:endParaRPr lang="en-US" sz="2200" kern="1200">
            <a:solidFill>
              <a:srgbClr val="FFFFFF"/>
            </a:solidFill>
            <a:ea typeface="+mn-ea"/>
            <a:cs typeface="+mn-cs"/>
          </a:endParaRPr>
        </a:p>
      </dsp:txBody>
      <dsp:txXfrm>
        <a:off x="40837" y="1872175"/>
        <a:ext cx="9532186" cy="754876"/>
      </dsp:txXfrm>
    </dsp:sp>
    <dsp:sp modelId="{A4CF6F06-7879-4215-AF2E-6F4741F150E2}">
      <dsp:nvSpPr>
        <dsp:cNvPr id="0" name=""/>
        <dsp:cNvSpPr/>
      </dsp:nvSpPr>
      <dsp:spPr>
        <a:xfrm>
          <a:off x="0" y="2731248"/>
          <a:ext cx="9613860" cy="83655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200" kern="1200">
              <a:solidFill>
                <a:srgbClr val="FFFFFF"/>
              </a:solidFill>
              <a:ea typeface="+mn-ea"/>
              <a:cs typeface="+mn-cs"/>
            </a:rPr>
            <a:t>Необходимые инвестиции</a:t>
          </a:r>
          <a:r>
            <a:rPr lang="en-US" sz="2200" kern="1200">
              <a:solidFill>
                <a:srgbClr val="FFFFFF"/>
              </a:solidFill>
              <a:ea typeface="+mn-ea"/>
              <a:cs typeface="+mn-cs"/>
            </a:rPr>
            <a:t>: </a:t>
          </a:r>
          <a:r>
            <a:rPr lang="ru-RU" sz="2200" kern="1200">
              <a:solidFill>
                <a:srgbClr val="FFFFFF"/>
              </a:solidFill>
              <a:ea typeface="+mn-ea"/>
              <a:cs typeface="+mn-cs"/>
            </a:rPr>
            <a:t> 6 799 488 р.</a:t>
          </a:r>
          <a:endParaRPr lang="en-US" sz="2200" kern="1200">
            <a:solidFill>
              <a:srgbClr val="FFFFFF"/>
            </a:solidFill>
            <a:ea typeface="+mn-ea"/>
            <a:cs typeface="+mn-cs"/>
          </a:endParaRPr>
        </a:p>
      </dsp:txBody>
      <dsp:txXfrm>
        <a:off x="40837" y="2772085"/>
        <a:ext cx="9532186" cy="754876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BABB503-0629-4E5F-896C-5C2505D618D2}">
      <dsp:nvSpPr>
        <dsp:cNvPr id="0" name=""/>
        <dsp:cNvSpPr/>
      </dsp:nvSpPr>
      <dsp:spPr>
        <a:xfrm>
          <a:off x="0" y="671521"/>
          <a:ext cx="3046117" cy="1934284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F67492B-A008-48D0-9E55-976FEEB1A523}">
      <dsp:nvSpPr>
        <dsp:cNvPr id="0" name=""/>
        <dsp:cNvSpPr/>
      </dsp:nvSpPr>
      <dsp:spPr>
        <a:xfrm>
          <a:off x="338457" y="993056"/>
          <a:ext cx="3046117" cy="1934284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300" b="1" kern="1200"/>
            <a:t>Понятная и востребованная идея.</a:t>
          </a:r>
          <a:endParaRPr lang="en-US" sz="2300" kern="1200"/>
        </a:p>
      </dsp:txBody>
      <dsp:txXfrm>
        <a:off x="395110" y="1049709"/>
        <a:ext cx="2932811" cy="1820978"/>
      </dsp:txXfrm>
    </dsp:sp>
    <dsp:sp modelId="{0823AE67-7233-448D-82A3-31D3F66E15EA}">
      <dsp:nvSpPr>
        <dsp:cNvPr id="0" name=""/>
        <dsp:cNvSpPr/>
      </dsp:nvSpPr>
      <dsp:spPr>
        <a:xfrm>
          <a:off x="3723032" y="671521"/>
          <a:ext cx="3046117" cy="1934284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C676BE4-396A-4E67-A98A-AEABDB6A82DB}">
      <dsp:nvSpPr>
        <dsp:cNvPr id="0" name=""/>
        <dsp:cNvSpPr/>
      </dsp:nvSpPr>
      <dsp:spPr>
        <a:xfrm>
          <a:off x="4061490" y="993056"/>
          <a:ext cx="3046117" cy="1934284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300" b="1" kern="1200"/>
            <a:t>Наличие работающего продукта.</a:t>
          </a:r>
          <a:endParaRPr lang="en-US" sz="2300" kern="1200"/>
        </a:p>
      </dsp:txBody>
      <dsp:txXfrm>
        <a:off x="4118143" y="1049709"/>
        <a:ext cx="2932811" cy="1820978"/>
      </dsp:txXfrm>
    </dsp:sp>
    <dsp:sp modelId="{51B1920B-F2BB-4B18-962B-8DAD03252C6B}">
      <dsp:nvSpPr>
        <dsp:cNvPr id="0" name=""/>
        <dsp:cNvSpPr/>
      </dsp:nvSpPr>
      <dsp:spPr>
        <a:xfrm>
          <a:off x="7446065" y="671521"/>
          <a:ext cx="3046117" cy="1934284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823EC30-3354-42B6-922C-042461043804}">
      <dsp:nvSpPr>
        <dsp:cNvPr id="0" name=""/>
        <dsp:cNvSpPr/>
      </dsp:nvSpPr>
      <dsp:spPr>
        <a:xfrm>
          <a:off x="7784523" y="993056"/>
          <a:ext cx="3046117" cy="1934284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300" b="1" kern="1200"/>
            <a:t>Потенциал масштабирования.</a:t>
          </a:r>
          <a:endParaRPr lang="en-US" sz="2300" kern="1200"/>
        </a:p>
      </dsp:txBody>
      <dsp:txXfrm>
        <a:off x="7841176" y="1049709"/>
        <a:ext cx="2932811" cy="1820978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6/7/layout/LinearBlockProcessNumbered">
  <dgm:title val="Linear Block Process Numbered"/>
  <dgm:desc val="Used to show a progression; a timeline; sequential steps in a task, process, or workflow; or to emphasize movement or direction. Automatic numbers have been introduced to show the steps of the process. Level 1 text and Level 2 text both appears in a rectangle."/>
  <dgm:catLst>
    <dgm:cat type="process" pri="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  <dgm:pt modelId="3">
          <dgm:prSet phldr="1"/>
        </dgm:pt>
        <dgm:pt modelId="31">
          <dgm:prSet phldr="1"/>
        </dgm:pt>
        <dgm:pt modelId="101" type="sibTrans" cxnId="4">
          <dgm:prSet phldrT="1"/>
          <dgm:t>
            <a:bodyPr/>
            <a:lstStyle/>
            <a:p>
              <a:r>
                <a:t>01</a:t>
              </a:r>
            </a:p>
          </dgm:t>
        </dgm:pt>
        <dgm:pt modelId="201" type="sibTrans" cxnId="5">
          <dgm:prSet phldrT="2"/>
          <dgm:t>
            <a:bodyPr/>
            <a:lstStyle/>
            <a:p>
              <a:r>
                <a:t>02</a:t>
              </a:r>
            </a:p>
          </dgm:t>
        </dgm:pt>
        <dgm:pt modelId="301" type="sibTrans" cxnId="6">
          <dgm:prSet phldrT="3"/>
          <dgm:t>
            <a:bodyPr/>
            <a:lstStyle/>
            <a:p>
              <a:r>
                <a:t>03</a:t>
              </a:r>
            </a:p>
          </dgm:t>
        </dgm:pt>
      </dgm:ptLst>
      <dgm:cxnLst>
        <dgm:cxn modelId="4" srcId="0" destId="1" srcOrd="0" destOrd="0" sibTransId="101"/>
        <dgm:cxn modelId="5" srcId="0" destId="2" srcOrd="1" destOrd="0" sibTransId="201"/>
        <dgm:cxn modelId="6" srcId="0" destId="3" srcOrd="2" destOrd="0" sibTransId="301"/>
        <dgm:cxn modelId="13" srcId="1" destId="11" srcOrd="0" destOrd="0"/>
        <dgm:cxn modelId="23" srcId="2" destId="21" srcOrd="0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animLvl val="lvl"/>
      <dgm:resizeHandles val="exact"/>
    </dgm:varLst>
    <dgm:alg type="lin">
      <dgm:param type="linDir" val="fromL"/>
      <dgm:param type="nodeVertAlign" val="t"/>
    </dgm:alg>
    <dgm:shape xmlns:r="http://schemas.openxmlformats.org/officeDocument/2006/relationships" r:blip="">
      <dgm:adjLst/>
    </dgm:shape>
    <dgm:presOf/>
    <dgm:constrLst>
      <dgm:constr type="h" for="ch" forName="compositeNode" refType="h"/>
      <dgm:constr type="w" for="ch" forName="compositeNode" refType="w"/>
      <dgm:constr type="w" for="des" forName="simulatedConn" refType="w" refFor="ch" refForName="compositeNode" fact="0.15"/>
      <dgm:constr type="h" for="des" forName="simulatedConn" refType="w" refFor="des" refForName="simulatedConn"/>
      <dgm:constr type="h" for="des" forName="vSp1" refType="w" refFor="ch" refForName="compositeNode" fact="0.8"/>
      <dgm:constr type="h" for="des" forName="vSp2" refType="w" refFor="ch" refForName="compositeNode" fact="0.07"/>
      <dgm:constr type="w" for="ch" forName="vProcSp" refType="w" refFor="des" refForName="simulatedConn" op="equ"/>
      <dgm:constr type="h" for="ch" forName="vProcSp" refType="h" refFor="ch" refForName="compositeNode" op="equ"/>
      <dgm:constr type="w" for="ch" forName="sibTrans" refType="w" refFor="ch" refForName="compositeNode" fact="0.08"/>
      <dgm:constr type="primFontSz" for="des" forName="sibTransNodeRect" op="equ"/>
      <dgm:constr type="primFontSz" for="des" forName="nodeRect" op="equ"/>
    </dgm:constrLst>
    <dgm:ruleLst/>
    <dgm:forEach name="Name4" axis="ch" ptType="node">
      <dgm:layoutNode name="compositeNode">
        <dgm:varLst>
          <dgm:bulletEnabled val="1"/>
        </dgm:varLst>
        <dgm:alg type="composite"/>
        <dgm:constrLst>
          <dgm:constr type="h" refType="w" op="lte" fact="1.2"/>
          <dgm:constr type="w" for="ch" forName="bgRect" refType="w"/>
          <dgm:constr type="h" for="ch" forName="bgRect" refType="h"/>
          <dgm:constr type="t" for="ch" forName="bgRect"/>
          <dgm:constr type="l" for="ch" forName="bgRect"/>
          <dgm:constr type="w" for="ch" forName="sibTransNodeRect" refType="w" refFor="ch" refForName="bgRect"/>
          <dgm:constr type="h" for="ch" forName="sibTransNodeRect" refType="h" refFor="ch" refForName="bgRect" fact="0.4"/>
          <dgm:constr type="t" for="ch" forName="sibTransNodeRect"/>
          <dgm:constr type="l" for="ch" forName="sibTransNodeRect"/>
          <dgm:constr type="r" for="ch" forName="nodeRect" refType="r" refFor="ch" refForName="bgRect"/>
          <dgm:constr type="h" for="ch" forName="nodeRect" refType="h" refFor="ch" refForName="bgRect" fact="0.6"/>
          <dgm:constr type="t" for="ch" forName="nodeRect" refType="b" refFor="ch" refForName="sibTransNodeRect"/>
          <dgm:constr type="l" for="ch" forName="nodeRect" refType="l" refFor="ch" refForName="bgRect"/>
        </dgm:constrLst>
        <dgm:ruleLst>
          <dgm:rule type="w" for="ch" forName="nodeRect" val="NaN" fact="NaN" max="30"/>
        </dgm:ruleLst>
        <dgm:layoutNode name="bgRect" styleLbl="alignNode1">
          <dgm:alg type="sp"/>
          <dgm:shape xmlns:r="http://schemas.openxmlformats.org/officeDocument/2006/relationships" type="rect" r:blip="">
            <dgm:adjLst>
              <dgm:adj idx="1" val="0.05"/>
            </dgm:adjLst>
          </dgm:shape>
          <dgm:presOf axis="self"/>
          <dgm:constrLst/>
          <dgm:ruleLst/>
        </dgm:layoutNode>
        <dgm:forEach name="Name19" axis="followSib" ptType="sibTrans" hideLastTrans="0" cnt="1">
          <dgm:layoutNode name="sibTransNodeRect" styleLbl="alignNode1">
            <dgm:varLst>
              <dgm:chMax val="0"/>
              <dgm:bulletEnabled val="1"/>
            </dgm:varLst>
            <dgm:presOf axis="self"/>
            <dgm:alg type="tx">
              <dgm:param type="parTxLTRAlign" val="l"/>
              <dgm:param type="parTxRTLAlign" val="l"/>
            </dgm:alg>
            <dgm:shape xmlns:r="http://schemas.openxmlformats.org/officeDocument/2006/relationships" type="rect" r:blip="" hideGeom="1">
              <dgm:adjLst/>
            </dgm:shape>
            <dgm:constrLst>
              <dgm:constr type="primFontSz" val="66"/>
              <dgm:constr type="tMarg" val="13"/>
              <dgm:constr type="lMarg" refType="w" fact="0.28"/>
              <dgm:constr type="rMarg" refType="w" fact="0.28"/>
              <dgm:constr type="bMarg" val="13"/>
            </dgm:constrLst>
            <dgm:ruleLst>
              <dgm:rule type="primFontSz" val="14" fact="NaN" max="NaN"/>
              <dgm:rule type="tMarg" val="13" fact="NaN" max="NaN"/>
            </dgm:ruleLst>
          </dgm:layoutNode>
        </dgm:forEach>
        <dgm:layoutNode name="nodeRect" styleLbl="alignNode1" moveWith="bgRect">
          <dgm:varLst>
            <dgm:bulletEnabled val="1"/>
          </dgm:varLst>
          <dgm:alg type="tx">
            <dgm:param type="parTxLTRAlign" val="l"/>
            <dgm:param type="parTxRTLAlign" val="r"/>
            <dgm:param type="txAnchorVert" val="t"/>
            <dgm:param type="stBulletLvl" val="2"/>
          </dgm:alg>
          <dgm:shape xmlns:r="http://schemas.openxmlformats.org/officeDocument/2006/relationships" type="rect" r:blip="" hideGeom="1">
            <dgm:adjLst/>
          </dgm:shape>
          <dgm:presOf axis="desOrSelf" ptType="node"/>
          <dgm:constrLst>
            <dgm:constr type="primFontSz" val="26"/>
            <dgm:constr type="tMarg"/>
            <dgm:constr type="lMarg" refType="w" fact="0.28"/>
            <dgm:constr type="rMarg" refType="w" fact="0.28"/>
            <dgm:constr type="bMarg" val="26"/>
          </dgm:constrLst>
          <dgm:ruleLst>
            <dgm:rule type="primFontSz" val="11" fact="NaN" max="NaN"/>
          </dgm:ruleLst>
        </dgm:layoutNode>
      </dgm:layoutNode>
      <dgm:forEach name="Name1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  <dgm:extLst>
    <a:ext uri="{4F341089-5ED1-44EC-B178-C955D00A3D55}">
      <dgm1611:autoBuNodeInfoLst xmlns:dgm1611="http://schemas.microsoft.com/office/drawing/2016/11/diagram">
        <dgm1611:autoBuNodeInfo lvl="1" ptType="sibTrans">
          <dgm1611:buPr prefix="" leadZeros="1">
            <a:buAutoNum type="arabicParenBoth"/>
          </dgm1611:buPr>
        </dgm1611:autoBuNodeInfo>
      </dgm1611:autoBuNodeInfoLst>
    </a:ext>
  </dgm:extLst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hierarchy1">
  <dgm:title val=""/>
  <dgm:desc val=""/>
  <dgm:catLst>
    <dgm:cat type="hierarchy" pri="2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hierChild1">
    <dgm:varLst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ptType="node" op="equ" val="65"/>
      <dgm:constr type="w" for="des" forName="composite" refType="w"/>
      <dgm:constr type="h" for="des" forName="composite" refType="w" refFor="des" refForName="composite" fact="0.667"/>
      <dgm:constr type="w" for="des" forName="composite2" refType="w" refFor="des" refForName="composite"/>
      <dgm:constr type="h" for="des" forName="composite2" refType="h" refFor="des" refForName="composite"/>
      <dgm:constr type="w" for="des" forName="composite3" refType="w" refFor="des" refForName="composite"/>
      <dgm:constr type="h" for="des" forName="composite3" refType="h" refFor="des" refForName="composite"/>
      <dgm:constr type="w" for="des" forName="composite4" refType="w" refFor="des" refForName="composite"/>
      <dgm:constr type="h" for="des" forName="composite4" refType="h" refFor="des" refForName="composite"/>
      <dgm:constr type="w" for="des" forName="composite5" refType="w" refFor="des" refForName="composite"/>
      <dgm:constr type="h" for="des" forName="composite5" refType="h" refFor="des" refForName="composite"/>
      <dgm:constr type="sibSp" refType="w" refFor="des" refForName="composite" fact="0.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p" for="des" forName="hierRoot1" refType="h" refFor="des" refForName="composite" fact="0.25"/>
      <dgm:constr type="sp" for="des" forName="hierRoot2" refType="sp" refFor="des" refForName="hierRoot1"/>
      <dgm:constr type="sp" for="des" forName="hierRoot3" refType="sp" refFor="des" refForName="hierRoot1"/>
      <dgm:constr type="sp" for="des" forName="hierRoot4" refType="sp" refFor="des" refForName="hierRoot1"/>
      <dgm:constr type="sp" for="des" forName="hierRoot5" refType="sp" refFor="des" refForName="hierRoot1"/>
    </dgm:constrLst>
    <dgm:ruleLst/>
    <dgm:forEach name="Name3" axis="ch">
      <dgm:forEach name="Name4" axis="self" ptType="node">
        <dgm:layoutNode name="hierRoot1">
          <dgm:alg type="hierRoot"/>
          <dgm:shape xmlns:r="http://schemas.openxmlformats.org/officeDocument/2006/relationships" r:blip="">
            <dgm:adjLst/>
          </dgm:shape>
          <dgm:presOf/>
          <dgm:constrLst>
            <dgm:constr type="bendDist" for="des" ptType="parTrans" refType="sp" fact="0.5"/>
          </dgm:constrLst>
          <dgm:ruleLst/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onstrLst>
              <dgm:constr type="w" for="ch" forName="background" refType="w" fact="0.9"/>
              <dgm:constr type="h" for="ch" forName="background" refType="w" refFor="ch" refForName="background" fact="0.635"/>
              <dgm:constr type="t" for="ch" forName="background"/>
              <dgm:constr type="l" for="ch" forName="background"/>
              <dgm:constr type="w" for="ch" forName="text" refType="w" fact="0.9"/>
              <dgm:constr type="h" for="ch" forName="text" refType="w" refFor="ch" refForName="text" fact="0.635"/>
              <dgm:constr type="t" for="ch" forName="text" refType="w" fact="0.095"/>
              <dgm:constr type="l" for="ch" forName="text" refType="w" fact="0.1"/>
            </dgm:constrLst>
            <dgm:ruleLst/>
            <dgm:layoutNode name="background" styleLbl="node0" moveWith="text"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/>
              <dgm:constrLst/>
              <dgm:ruleLst/>
            </dgm:layoutNode>
            <dgm:layoutNode name="text" styleLbl="fgAcc0">
              <dgm:varLst>
                <dgm:chPref val="3"/>
              </dgm:varLst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/>
              <dgm:constrLst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</dgm:layoutNode>
          <dgm:layoutNode name="hierChild2">
            <dgm:choose name="Name5">
              <dgm:if name="Name6" func="var" arg="dir" op="equ" val="norm">
                <dgm:alg type="hierChild">
                  <dgm:param type="linDir" val="fromL"/>
                </dgm:alg>
              </dgm:if>
              <dgm:else name="Name7">
                <dgm:alg type="hierChild">
                  <dgm:param type="linDir" val="from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8" axis="ch">
              <dgm:forEach name="Name9" axis="self" ptType="parTrans" cnt="1">
                <dgm:layoutNode name="Name10">
                  <dgm:alg type="conn">
                    <dgm:param type="dim" val="1D"/>
                    <dgm:param type="endSty" val="noArr"/>
                    <dgm:param type="connRout" val="bend"/>
                    <dgm:param type="bendPt" val="end"/>
                    <dgm:param type="begPts" val="bCtr"/>
                    <dgm:param type="endPts" val="tCtr"/>
                    <dgm:param type="srcNode" val="background"/>
                    <dgm:param type="dstNode" val="background2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forEach name="Name11" axis="self" ptType="node">
                <dgm:layoutNode name="hierRoot2">
                  <dgm:alg type="hierRoot"/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bendDist" for="des" ptType="parTrans" refType="sp" fact="0.5"/>
                  </dgm:constrLst>
                  <dgm:ruleLst/>
                  <dgm:layoutNode name="composite2">
                    <dgm:alg type="composite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w" for="ch" forName="background2" refType="w" fact="0.9"/>
                      <dgm:constr type="h" for="ch" forName="background2" refType="w" refFor="ch" refForName="background2" fact="0.635"/>
                      <dgm:constr type="t" for="ch" forName="background2"/>
                      <dgm:constr type="l" for="ch" forName="background2"/>
                      <dgm:constr type="w" for="ch" forName="text2" refType="w" fact="0.9"/>
                      <dgm:constr type="h" for="ch" forName="text2" refType="w" refFor="ch" refForName="text2" fact="0.635"/>
                      <dgm:constr type="t" for="ch" forName="text2" refType="w" fact="0.095"/>
                      <dgm:constr type="l" for="ch" forName="text2" refType="w" fact="0.1"/>
                    </dgm:constrLst>
                    <dgm:ruleLst/>
                    <dgm:layoutNode name="background2" moveWith="text2"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/>
                      <dgm:constrLst/>
                      <dgm:ruleLst/>
                    </dgm:layoutNode>
                    <dgm:layoutNode name="text2" styleLbl="fgAcc2">
                      <dgm:varLst>
                        <dgm:chPref val="3"/>
                      </dgm:varLst>
                      <dgm:alg type="tx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layoutNode>
                  <dgm:layoutNode name="hierChild3">
                    <dgm:choose name="Name12">
                      <dgm:if name="Name13" func="var" arg="dir" op="equ" val="norm">
                        <dgm:alg type="hierChild">
                          <dgm:param type="linDir" val="fromL"/>
                        </dgm:alg>
                      </dgm:if>
                      <dgm:else name="Name14">
                        <dgm:alg type="hierChild">
                          <dgm:param type="linDir" val="from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15" axis="ch">
                      <dgm:forEach name="Name16" axis="self" ptType="parTrans" cnt="1">
                        <dgm:layoutNode name="Name17">
                          <dgm:alg type="conn">
                            <dgm:param type="dim" val="1D"/>
                            <dgm:param type="endSty" val="noArr"/>
                            <dgm:param type="connRout" val="bend"/>
                            <dgm:param type="bendPt" val="end"/>
                            <dgm:param type="begPts" val="bCtr"/>
                            <dgm:param type="endPts" val="tCtr"/>
                            <dgm:param type="srcNode" val="background2"/>
                            <dgm:param type="dstNode" val="background3"/>
                          </dgm:alg>
                          <dgm:shape xmlns:r="http://schemas.openxmlformats.org/officeDocument/2006/relationships" type="conn" r:blip="" zOrderOff="-999">
                            <dgm:adjLst/>
                          </dgm:shape>
                          <dgm:presOf axis="self"/>
                          <dgm:constrLst>
                            <dgm:constr type="begPad"/>
                            <dgm:constr type="endPad"/>
                          </dgm:constrLst>
                          <dgm:ruleLst/>
                        </dgm:layoutNode>
                      </dgm:forEach>
                      <dgm:forEach name="Name18" axis="self" ptType="node">
                        <dgm:layoutNode name="hierRoot3">
                          <dgm:alg type="hierRoot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>
                            <dgm:constr type="bendDist" for="des" ptType="parTrans" refType="sp" fact="0.5"/>
                          </dgm:constrLst>
                          <dgm:ruleLst/>
                          <dgm:layoutNode name="composite3">
                            <dgm:alg type="composite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w" for="ch" forName="background3" refType="w" fact="0.9"/>
                              <dgm:constr type="h" for="ch" forName="background3" refType="w" refFor="ch" refForName="background3" fact="0.635"/>
                              <dgm:constr type="t" for="ch" forName="background3"/>
                              <dgm:constr type="l" for="ch" forName="background3"/>
                              <dgm:constr type="w" for="ch" forName="text3" refType="w" fact="0.9"/>
                              <dgm:constr type="h" for="ch" forName="text3" refType="w" refFor="ch" refForName="text3" fact="0.635"/>
                              <dgm:constr type="t" for="ch" forName="text3" refType="w" fact="0.095"/>
                              <dgm:constr type="l" for="ch" forName="text3" refType="w" fact="0.1"/>
                            </dgm:constrLst>
                            <dgm:ruleLst/>
                            <dgm:layoutNode name="background3" moveWith="text3">
                              <dgm:alg type="sp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/>
                              <dgm:constrLst/>
                              <dgm:ruleLst/>
                            </dgm:layoutNode>
                            <dgm:layoutNode name="text3" styleLbl="fgAcc3">
                              <dgm:varLst>
                                <dgm:chPref val="3"/>
                              </dgm:varLst>
                              <dgm:alg type="tx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 axis="self"/>
                              <dgm:constrLst>
                                <dgm:constr type="tMarg" refType="primFontSz" fact="0.3"/>
                                <dgm:constr type="bMarg" refType="primFontSz" fact="0.3"/>
                                <dgm:constr type="lMarg" refType="primFontSz" fact="0.3"/>
                                <dgm:constr type="rMarg" refType="primFontSz" fact="0.3"/>
                              </dgm:constrLst>
                              <dgm:ruleLst>
                                <dgm:rule type="primFontSz" val="5" fact="NaN" max="NaN"/>
                              </dgm:ruleLst>
                            </dgm:layoutNode>
                          </dgm:layoutNode>
                          <dgm:layoutNode name="hierChild4">
                            <dgm:choose name="Name19">
                              <dgm:if name="Name20" func="var" arg="dir" op="equ" val="norm">
                                <dgm:alg type="hierChild">
                                  <dgm:param type="linDir" val="fromL"/>
                                </dgm:alg>
                              </dgm:if>
                              <dgm:else name="Name21">
                                <dgm:alg type="hierChild">
                                  <dgm:param type="linDir" val="fromR"/>
                                </dgm:alg>
                              </dgm:else>
                            </dgm:choose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/>
                            <dgm:ruleLst/>
                            <dgm:forEach name="repeat" axis="ch">
                              <dgm:forEach name="Name22" axis="self" ptType="parTrans" cnt="1">
                                <dgm:layoutNode name="Name23">
                                  <dgm:choose name="Name24">
                                    <dgm:if name="Name25" axis="self" func="depth" op="lte" val="4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3"/>
                                        <dgm:param type="dstNode" val="background4"/>
                                      </dgm:alg>
                                    </dgm:if>
                                    <dgm:else name="Name26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4"/>
                                        <dgm:param type="dstNode" val="background4"/>
                                      </dgm:alg>
                                    </dgm:else>
                                  </dgm:choose>
                                  <dgm:shape xmlns:r="http://schemas.openxmlformats.org/officeDocument/2006/relationships" type="conn" r:blip="" zOrderOff="-999">
                                    <dgm:adjLst/>
                                  </dgm:shape>
                                  <dgm:presOf axis="self"/>
                                  <dgm:constrLst>
                                    <dgm:constr type="begPad"/>
                                    <dgm:constr type="endPad"/>
                                  </dgm:constrLst>
                                  <dgm:ruleLst/>
                                </dgm:layoutNode>
                              </dgm:forEach>
                              <dgm:forEach name="Name27" axis="self" ptType="node">
                                <dgm:layoutNode name="hierRoot4">
                                  <dgm:alg type="hierRoot"/>
                                  <dgm:shape xmlns:r="http://schemas.openxmlformats.org/officeDocument/2006/relationships" r:blip="">
                                    <dgm:adjLst/>
                                  </dgm:shape>
                                  <dgm:presOf/>
                                  <dgm:constrLst>
                                    <dgm:constr type="bendDist" for="des" ptType="parTrans" refType="sp" fact="0.5"/>
                                  </dgm:constrLst>
                                  <dgm:ruleLst/>
                                  <dgm:layoutNode name="composite4">
                                    <dgm:alg type="composite"/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>
                                      <dgm:constr type="w" for="ch" forName="background4" refType="w" fact="0.9"/>
                                      <dgm:constr type="h" for="ch" forName="background4" refType="w" refFor="ch" refForName="background4" fact="0.635"/>
                                      <dgm:constr type="t" for="ch" forName="background4"/>
                                      <dgm:constr type="l" for="ch" forName="background4"/>
                                      <dgm:constr type="w" for="ch" forName="text4" refType="w" fact="0.9"/>
                                      <dgm:constr type="h" for="ch" forName="text4" refType="w" refFor="ch" refForName="text4" fact="0.635"/>
                                      <dgm:constr type="t" for="ch" forName="text4" refType="w" fact="0.095"/>
                                      <dgm:constr type="l" for="ch" forName="text4" refType="w" fact="0.1"/>
                                    </dgm:constrLst>
                                    <dgm:ruleLst/>
                                    <dgm:layoutNode name="background4" moveWith="text4">
                                      <dgm:alg type="sp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/>
                                      <dgm:constrLst/>
                                      <dgm:ruleLst/>
                                    </dgm:layoutNode>
                                    <dgm:layoutNode name="text4" styleLbl="fgAcc4">
                                      <dgm:varLst>
                                        <dgm:chPref val="3"/>
                                      </dgm:varLst>
                                      <dgm:alg type="tx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 axis="self"/>
                                      <dgm:constrLst>
                                        <dgm:constr type="tMarg" refType="primFontSz" fact="0.3"/>
                                        <dgm:constr type="bMarg" refType="primFontSz" fact="0.3"/>
                                        <dgm:constr type="lMarg" refType="primFontSz" fact="0.3"/>
                                        <dgm:constr type="rMarg" refType="primFontSz" fact="0.3"/>
                                      </dgm:constrLst>
                                      <dgm:ruleLst>
                                        <dgm:rule type="primFontSz" val="5" fact="NaN" max="NaN"/>
                                      </dgm:ruleLst>
                                    </dgm:layoutNode>
                                  </dgm:layoutNode>
                                  <dgm:layoutNode name="hierChild5">
                                    <dgm:choose name="Name28">
                                      <dgm:if name="Name29" func="var" arg="dir" op="equ" val="norm">
                                        <dgm:alg type="hierChild">
                                          <dgm:param type="linDir" val="fromL"/>
                                        </dgm:alg>
                                      </dgm:if>
                                      <dgm:else name="Name30">
                                        <dgm:alg type="hierChild">
                                          <dgm:param type="linDir" val="fromR"/>
                                        </dgm:alg>
                                      </dgm:else>
                                    </dgm:choose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/>
                                    <dgm:ruleLst/>
                                    <dgm:forEach name="Name31" ref="repeat"/>
                                  </dgm:layoutNode>
                                </dgm:layoutNode>
                              </dgm:forEach>
                            </dgm:forEach>
                          </dgm:layoutNode>
                        </dgm:layoutNode>
                      </dgm:forEach>
                    </dgm:forEach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4242851"/>
            <a:ext cx="8968084" cy="275942"/>
          </a:xfrm>
          <a:prstGeom prst="rect">
            <a:avLst/>
          </a:prstGeom>
        </p:spPr>
      </p:pic>
      <p:pic>
        <p:nvPicPr>
          <p:cNvPr id="8" name="Picture 7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11716" y="4243845"/>
            <a:ext cx="3077108" cy="27694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 bwMode="ltGray">
          <a:xfrm>
            <a:off x="0" y="2590078"/>
            <a:ext cx="8968085" cy="1660332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ru-RU"/>
          </a:p>
        </p:txBody>
      </p:sp>
      <p:sp>
        <p:nvSpPr>
          <p:cNvPr id="10" name="Rectangle 9"/>
          <p:cNvSpPr/>
          <p:nvPr/>
        </p:nvSpPr>
        <p:spPr>
          <a:xfrm>
            <a:off x="9111715" y="2590078"/>
            <a:ext cx="3077109" cy="166033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ru-RU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0322" y="2733709"/>
            <a:ext cx="8144134" cy="1373070"/>
          </a:xfrm>
        </p:spPr>
        <p:txBody>
          <a:bodyPr anchor="b">
            <a:noAutofit/>
          </a:bodyPr>
          <a:lstStyle>
            <a:lvl1pPr algn="r">
              <a:defRPr sz="54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80322" y="4394039"/>
            <a:ext cx="8144134" cy="1117687"/>
          </a:xfrm>
        </p:spPr>
        <p:txBody>
          <a:bodyPr>
            <a:normAutofit/>
          </a:bodyPr>
          <a:lstStyle>
            <a:lvl1pPr marL="0" indent="0" algn="r"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pPr/>
              <a:t>3/17/2026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255346" y="2750337"/>
            <a:ext cx="1171888" cy="1356442"/>
          </a:xfrm>
        </p:spPr>
        <p:txBody>
          <a:bodyPr/>
          <a:lstStyle/>
          <a:p>
            <a:fld id="{148CC95F-0247-41B6-91CF-DC97C76A708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555437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16" name="Picture 15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17" name="Rectangle 16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ru-RU"/>
          </a:p>
        </p:txBody>
      </p:sp>
      <p:sp>
        <p:nvSpPr>
          <p:cNvPr id="18" name="Rectangle 17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ru-RU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pPr/>
              <a:t>3/17/2026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124983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4086907"/>
            <a:ext cx="10437812" cy="321164"/>
          </a:xfrm>
          <a:prstGeom prst="rect">
            <a:avLst/>
          </a:prstGeom>
        </p:spPr>
      </p:pic>
      <p:pic>
        <p:nvPicPr>
          <p:cNvPr id="8" name="Picture 7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4" y="4087901"/>
            <a:ext cx="1602997" cy="14427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 bwMode="ltGray">
          <a:xfrm>
            <a:off x="-2" y="2726267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0" name="Rectangle 9"/>
          <p:cNvSpPr/>
          <p:nvPr/>
        </p:nvSpPr>
        <p:spPr>
          <a:xfrm>
            <a:off x="10585825" y="2726267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0322" y="2869895"/>
            <a:ext cx="9613860" cy="1090788"/>
          </a:xfrm>
        </p:spPr>
        <p:txBody>
          <a:bodyPr anchor="ctr">
            <a:normAutofit/>
          </a:bodyPr>
          <a:lstStyle>
            <a:lvl1pPr algn="r">
              <a:defRPr sz="36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0322" y="4232171"/>
            <a:ext cx="9613860" cy="1704017"/>
          </a:xfrm>
        </p:spPr>
        <p:txBody>
          <a:bodyPr>
            <a:normAutofit/>
          </a:bodyPr>
          <a:lstStyle>
            <a:lvl1pPr marL="0" indent="0" algn="r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pPr/>
              <a:t>3/17/2026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729455" y="2869895"/>
            <a:ext cx="1154151" cy="1090789"/>
          </a:xfrm>
        </p:spPr>
        <p:txBody>
          <a:bodyPr/>
          <a:lstStyle/>
          <a:p>
            <a:fld id="{148CC95F-0247-41B6-91CF-DC97C76A708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097194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9" name="Picture 8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Rectangle 10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0320" y="2336873"/>
            <a:ext cx="4698358" cy="3599316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594123" y="2336873"/>
            <a:ext cx="4700058" cy="3599316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pPr/>
              <a:t>3/17/2026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690757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11" name="Picture 10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12" name="Rectangle 11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3" name="Rectangle 12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0319" y="753229"/>
            <a:ext cx="9613863" cy="1080937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06350" y="2336873"/>
            <a:ext cx="4472327" cy="693135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0322" y="3030008"/>
            <a:ext cx="4698355" cy="2906179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820154" y="2336873"/>
            <a:ext cx="4474028" cy="692076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594123" y="3030008"/>
            <a:ext cx="4700059" cy="2906179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pPr/>
              <a:t>3/17/2026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42705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7" name="Picture 6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pPr/>
              <a:t>3/17/2026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634470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HD-ShadowShor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pPr/>
              <a:t>3/17/2026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978452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9" name="Picture 8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Rectangle 10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0321" y="753227"/>
            <a:ext cx="9613859" cy="1080940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685846" y="2336873"/>
            <a:ext cx="5608336" cy="3599313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0322" y="2336872"/>
            <a:ext cx="3790078" cy="3599317"/>
          </a:xfrm>
        </p:spPr>
        <p:txBody>
          <a:bodyPr anchor="ctr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pPr/>
              <a:t>3/17/2026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015198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9" name="Picture 8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Rectangle 10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0323" y="753228"/>
            <a:ext cx="9613857" cy="1080938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868333" y="2336874"/>
            <a:ext cx="5425849" cy="3599312"/>
          </a:xfrm>
          <a:noFill/>
          <a:ln>
            <a:noFill/>
          </a:ln>
          <a:effectLst>
            <a:outerShdw blurRad="76200" dist="63500" dir="5040000" algn="tl" rotWithShape="0">
              <a:srgbClr val="000000">
                <a:alpha val="41000"/>
              </a:srgbClr>
            </a:outerShdw>
          </a:effectLst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0323" y="2336873"/>
            <a:ext cx="3876256" cy="3599315"/>
          </a:xfrm>
        </p:spPr>
        <p:txBody>
          <a:bodyPr anchor="ctr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pPr/>
              <a:t>3/17/2026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673110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Панорамная фотография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5928628"/>
            <a:ext cx="10437812" cy="321164"/>
          </a:xfrm>
          <a:prstGeom prst="rect">
            <a:avLst/>
          </a:prstGeom>
        </p:spPr>
      </p:pic>
      <p:pic>
        <p:nvPicPr>
          <p:cNvPr id="9" name="Picture 8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5929622"/>
            <a:ext cx="1602997" cy="14427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 bwMode="ltGray">
          <a:xfrm>
            <a:off x="0" y="4567988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Rectangle 10"/>
          <p:cNvSpPr/>
          <p:nvPr/>
        </p:nvSpPr>
        <p:spPr>
          <a:xfrm>
            <a:off x="10585827" y="4567988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0322" y="4711616"/>
            <a:ext cx="9613859" cy="453051"/>
          </a:xfrm>
        </p:spPr>
        <p:txBody>
          <a:bodyPr anchor="b">
            <a:normAutofit/>
          </a:bodyPr>
          <a:lstStyle>
            <a:lvl1pPr>
              <a:defRPr sz="24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80322" y="609597"/>
            <a:ext cx="9613859" cy="3589575"/>
          </a:xfrm>
          <a:noFill/>
          <a:ln>
            <a:noFill/>
          </a:ln>
          <a:effectLst>
            <a:outerShdw blurRad="76200" dist="63500" dir="5040000" algn="tl" rotWithShape="0">
              <a:srgbClr val="000000">
                <a:alpha val="41000"/>
              </a:srgbClr>
            </a:outerShdw>
          </a:effectLst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0319" y="5169583"/>
            <a:ext cx="9613862" cy="622971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pPr/>
              <a:t>3/17/2026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729455" y="4711309"/>
            <a:ext cx="1154151" cy="1090789"/>
          </a:xfrm>
        </p:spPr>
        <p:txBody>
          <a:bodyPr/>
          <a:lstStyle/>
          <a:p>
            <a:fld id="{148CC95F-0247-41B6-91CF-DC97C76A708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072222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Заголовок и подпис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5928628"/>
            <a:ext cx="10437812" cy="321164"/>
          </a:xfrm>
          <a:prstGeom prst="rect">
            <a:avLst/>
          </a:prstGeom>
        </p:spPr>
      </p:pic>
      <p:pic>
        <p:nvPicPr>
          <p:cNvPr id="9" name="Picture 8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5929622"/>
            <a:ext cx="1602997" cy="14427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 bwMode="ltGray">
          <a:xfrm>
            <a:off x="0" y="4567988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Rectangle 10"/>
          <p:cNvSpPr/>
          <p:nvPr/>
        </p:nvSpPr>
        <p:spPr>
          <a:xfrm>
            <a:off x="10585827" y="4567988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0322" y="609597"/>
            <a:ext cx="9613858" cy="3592750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0322" y="4711615"/>
            <a:ext cx="9613859" cy="1090789"/>
          </a:xfrm>
        </p:spPr>
        <p:txBody>
          <a:bodyPr anchor="ctr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pPr/>
              <a:t>3/17/2026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729455" y="4711615"/>
            <a:ext cx="1154151" cy="1090789"/>
          </a:xfrm>
        </p:spPr>
        <p:txBody>
          <a:bodyPr/>
          <a:lstStyle/>
          <a:p>
            <a:fld id="{148CC95F-0247-41B6-91CF-DC97C76A708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4352603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Цитата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5928628"/>
            <a:ext cx="10437812" cy="321164"/>
          </a:xfrm>
          <a:prstGeom prst="rect">
            <a:avLst/>
          </a:prstGeom>
        </p:spPr>
      </p:pic>
      <p:pic>
        <p:nvPicPr>
          <p:cNvPr id="13" name="Picture 12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5929622"/>
            <a:ext cx="1602997" cy="14427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 bwMode="ltGray">
          <a:xfrm>
            <a:off x="0" y="4567988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5" name="Rectangle 14"/>
          <p:cNvSpPr/>
          <p:nvPr/>
        </p:nvSpPr>
        <p:spPr>
          <a:xfrm>
            <a:off x="10585827" y="4567988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27856" y="609598"/>
            <a:ext cx="8718877" cy="3036061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402288" y="3653379"/>
            <a:ext cx="8156579" cy="54896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0322" y="4711615"/>
            <a:ext cx="9613859" cy="1090789"/>
          </a:xfrm>
        </p:spPr>
        <p:txBody>
          <a:bodyPr anchor="ctr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pPr/>
              <a:t>3/17/2026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729455" y="4709925"/>
            <a:ext cx="1154151" cy="1090789"/>
          </a:xfrm>
        </p:spPr>
        <p:txBody>
          <a:bodyPr/>
          <a:lstStyle/>
          <a:p>
            <a:fld id="{148CC95F-0247-41B6-91CF-DC97C76A7088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6" name="TextBox 15"/>
          <p:cNvSpPr txBox="1"/>
          <p:nvPr/>
        </p:nvSpPr>
        <p:spPr>
          <a:xfrm>
            <a:off x="583572" y="74811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72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662809" y="3033524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72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10465955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Карточка имен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5928628"/>
            <a:ext cx="10437812" cy="321164"/>
          </a:xfrm>
          <a:prstGeom prst="rect">
            <a:avLst/>
          </a:prstGeom>
        </p:spPr>
      </p:pic>
      <p:pic>
        <p:nvPicPr>
          <p:cNvPr id="10" name="Picture 9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5929622"/>
            <a:ext cx="1602997" cy="144270"/>
          </a:xfrm>
          <a:prstGeom prst="rect">
            <a:avLst/>
          </a:prstGeom>
        </p:spPr>
      </p:pic>
      <p:sp>
        <p:nvSpPr>
          <p:cNvPr id="11" name="Rectangle 10"/>
          <p:cNvSpPr/>
          <p:nvPr/>
        </p:nvSpPr>
        <p:spPr bwMode="ltGray">
          <a:xfrm>
            <a:off x="0" y="4567988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2" name="Rectangle 11"/>
          <p:cNvSpPr/>
          <p:nvPr/>
        </p:nvSpPr>
        <p:spPr>
          <a:xfrm>
            <a:off x="10585827" y="4567988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0319" y="4711615"/>
            <a:ext cx="9613862" cy="588535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0320" y="5300149"/>
            <a:ext cx="9613862" cy="502255"/>
          </a:xfrm>
        </p:spPr>
        <p:txBody>
          <a:bodyPr anchor="t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pPr/>
              <a:t>3/17/2026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729455" y="4709925"/>
            <a:ext cx="1154151" cy="1090789"/>
          </a:xfrm>
        </p:spPr>
        <p:txBody>
          <a:bodyPr/>
          <a:lstStyle/>
          <a:p>
            <a:fld id="{148CC95F-0247-41B6-91CF-DC97C76A708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438139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Три колонк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14" name="Picture 13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16" name="Rectangle 15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7" name="Rectangle 16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669222" y="753228"/>
            <a:ext cx="9624960" cy="1080938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660946" y="2336873"/>
            <a:ext cx="3070034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680322" y="3022673"/>
            <a:ext cx="3049702" cy="291351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956025" y="2336873"/>
            <a:ext cx="306324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3945470" y="3022673"/>
            <a:ext cx="3063240" cy="291351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224156" y="2336873"/>
            <a:ext cx="30700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224156" y="3022673"/>
            <a:ext cx="3070025" cy="291351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pPr/>
              <a:t>3/17/2026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136789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Столбец с тремя рисункам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16" name="Picture 15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17" name="Rectangle 16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8" name="Rectangle 17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680322" y="753228"/>
            <a:ext cx="9613860" cy="1080938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680318" y="4297503"/>
            <a:ext cx="304970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80318" y="2336873"/>
            <a:ext cx="3049705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680318" y="4873765"/>
            <a:ext cx="3049705" cy="106242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945471" y="4297503"/>
            <a:ext cx="306324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945470" y="2336873"/>
            <a:ext cx="3063240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3944117" y="4873764"/>
            <a:ext cx="3067297" cy="106242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230678" y="4297503"/>
            <a:ext cx="306350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230677" y="2336873"/>
            <a:ext cx="3063505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230553" y="4873762"/>
            <a:ext cx="3067563" cy="106242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pPr/>
              <a:t>3/17/2026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025061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8" name="Picture 7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0" name="Rectangle 9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r">
              <a:defRPr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pPr/>
              <a:t>3/17/2026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608646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 bwMode="ltGray">
          <a:xfrm rot="5400000">
            <a:off x="8116207" y="1869395"/>
            <a:ext cx="5106988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 rot="5400000">
            <a:off x="9868202" y="5372403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0129231" y="609597"/>
            <a:ext cx="1073802" cy="4353760"/>
          </a:xfrm>
        </p:spPr>
        <p:txBody>
          <a:bodyPr vert="eaVert"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0322" y="609597"/>
            <a:ext cx="8870004" cy="5326589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807126" y="5936187"/>
            <a:ext cx="2743200" cy="365125"/>
          </a:xfrm>
        </p:spPr>
        <p:txBody>
          <a:bodyPr/>
          <a:lstStyle/>
          <a:p>
            <a:fld id="{E80C50CD-E178-4744-9B35-B2F624D6C5E9}" type="datetimeFigureOut">
              <a:rPr lang="en-US" smtClean="0"/>
              <a:pPr/>
              <a:t>3/17/2026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680321" y="5936188"/>
            <a:ext cx="6126805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097550" y="5398633"/>
            <a:ext cx="1154151" cy="1090789"/>
          </a:xfrm>
        </p:spPr>
        <p:txBody>
          <a:bodyPr anchor="t"/>
          <a:lstStyle>
            <a:lvl1pPr algn="ctr">
              <a:defRPr/>
            </a:lvl1pPr>
          </a:lstStyle>
          <a:p>
            <a:fld id="{148CC95F-0247-41B6-91CF-DC97C76A708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72215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hashOverlay-FullResolve.png"/>
          <p:cNvPicPr>
            <a:picLocks noChangeAspect="1"/>
          </p:cNvPicPr>
          <p:nvPr/>
        </p:nvPicPr>
        <p:blipFill>
          <a:blip r:embed="rId19">
            <a:alphaModFix amt="1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0321" y="753228"/>
            <a:ext cx="9613861" cy="108093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0321" y="2336873"/>
            <a:ext cx="9613861" cy="359931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550981" y="5936187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80C50CD-E178-4744-9B35-B2F624D6C5E9}" type="datetimeFigureOut">
              <a:rPr lang="en-US" smtClean="0"/>
              <a:pPr/>
              <a:t>3/17/2026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0321" y="5936188"/>
            <a:ext cx="687066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729455" y="753227"/>
            <a:ext cx="1154151" cy="109078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3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48CC95F-0247-41B6-91CF-DC97C76A708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0942897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98" r:id="rId1"/>
    <p:sldLayoutId id="2147483699" r:id="rId2"/>
    <p:sldLayoutId id="2147483700" r:id="rId3"/>
    <p:sldLayoutId id="2147483701" r:id="rId4"/>
    <p:sldLayoutId id="2147483702" r:id="rId5"/>
    <p:sldLayoutId id="2147483703" r:id="rId6"/>
    <p:sldLayoutId id="2147483704" r:id="rId7"/>
    <p:sldLayoutId id="2147483705" r:id="rId8"/>
    <p:sldLayoutId id="2147483706" r:id="rId9"/>
    <p:sldLayoutId id="2147483707" r:id="rId10"/>
    <p:sldLayoutId id="2147483708" r:id="rId11"/>
    <p:sldLayoutId id="2147483709" r:id="rId12"/>
    <p:sldLayoutId id="2147483710" r:id="rId13"/>
    <p:sldLayoutId id="2147483711" r:id="rId14"/>
    <p:sldLayoutId id="2147483712" r:id="rId15"/>
    <p:sldLayoutId id="2147483713" r:id="rId16"/>
    <p:sldLayoutId id="2147483714" r:id="rId17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2.png"/><Relationship Id="rId7" Type="http://schemas.openxmlformats.org/officeDocument/2006/relationships/image" Target="../media/image8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3.png"/><Relationship Id="rId9" Type="http://schemas.openxmlformats.org/officeDocument/2006/relationships/image" Target="../media/image10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31" name="Picture 1030">
            <a:extLst>
              <a:ext uri="{FF2B5EF4-FFF2-40B4-BE49-F238E27FC236}">
                <a16:creationId xmlns:a16="http://schemas.microsoft.com/office/drawing/2014/main" id="{AF9C2BBD-AAF7-4C85-9BE4-E4C2F52353F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2">
            <a:alphaModFix amt="1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F78925"/>
              </a:gs>
              <a:gs pos="50000">
                <a:srgbClr val="D54209"/>
              </a:gs>
              <a:gs pos="100000">
                <a:srgbClr val="8D0000"/>
              </a:gs>
            </a:gsLst>
            <a:lin ang="2520000" scaled="0"/>
          </a:gradFill>
        </p:spPr>
      </p:pic>
      <p:pic>
        <p:nvPicPr>
          <p:cNvPr id="1033" name="Picture 1032">
            <a:extLst>
              <a:ext uri="{FF2B5EF4-FFF2-40B4-BE49-F238E27FC236}">
                <a16:creationId xmlns:a16="http://schemas.microsoft.com/office/drawing/2014/main" id="{AEEF8B78-E487-4E1A-8945-35B4041B02A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2">
            <a:alphaModFix amt="1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035" name="Rectangle 1034">
            <a:extLst>
              <a:ext uri="{FF2B5EF4-FFF2-40B4-BE49-F238E27FC236}">
                <a16:creationId xmlns:a16="http://schemas.microsoft.com/office/drawing/2014/main" id="{B9B4F0B3-5A15-4AAD-B054-8BA92098722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644527" y="0"/>
            <a:ext cx="7552944" cy="6858001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37" name="Picture 1036">
            <a:extLst>
              <a:ext uri="{FF2B5EF4-FFF2-40B4-BE49-F238E27FC236}">
                <a16:creationId xmlns:a16="http://schemas.microsoft.com/office/drawing/2014/main" id="{CCA43FE3-BC3A-4163-B2D9-721AA0F6F4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5006045"/>
            <a:ext cx="4965192" cy="144049"/>
          </a:xfrm>
          <a:prstGeom prst="rect">
            <a:avLst/>
          </a:prstGeom>
        </p:spPr>
      </p:pic>
      <p:sp>
        <p:nvSpPr>
          <p:cNvPr id="1039" name="Rectangle 1038">
            <a:extLst>
              <a:ext uri="{FF2B5EF4-FFF2-40B4-BE49-F238E27FC236}">
                <a16:creationId xmlns:a16="http://schemas.microsoft.com/office/drawing/2014/main" id="{488AAD42-9F71-4F14-AE1E-C05DCFC6060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1838764"/>
            <a:ext cx="4964567" cy="3180473"/>
          </a:xfrm>
          <a:prstGeom prst="rect">
            <a:avLst/>
          </a:prstGeom>
          <a:solidFill>
            <a:srgbClr val="0D0D0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ru-RU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5ABA0B0-C521-B52E-8F59-34632FE09D8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80322" y="2063262"/>
            <a:ext cx="3739278" cy="2661138"/>
          </a:xfrm>
        </p:spPr>
        <p:txBody>
          <a:bodyPr anchor="ctr">
            <a:normAutofit/>
          </a:bodyPr>
          <a:lstStyle/>
          <a:p>
            <a:r>
              <a:rPr lang="ru-RU" sz="3800">
                <a:solidFill>
                  <a:srgbClr val="FFFFFF"/>
                </a:solidFill>
              </a:rPr>
              <a:t>Проект </a:t>
            </a:r>
            <a:r>
              <a:rPr lang="en-US" sz="3800" b="1">
                <a:solidFill>
                  <a:srgbClr val="FFFFFF"/>
                </a:solidFill>
              </a:rPr>
              <a:t>MyUni </a:t>
            </a:r>
            <a:endParaRPr lang="ru-RU" sz="3800">
              <a:solidFill>
                <a:srgbClr val="FFFFFF"/>
              </a:solidFill>
            </a:endParaRP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A9BAE152-4462-BF6E-FEE8-BB6FE6F8463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80323" y="5101298"/>
            <a:ext cx="3739277" cy="1116622"/>
          </a:xfrm>
        </p:spPr>
        <p:txBody>
          <a:bodyPr>
            <a:normAutofit/>
          </a:bodyPr>
          <a:lstStyle/>
          <a:p>
            <a:r>
              <a:rPr lang="ru-RU">
                <a:solidFill>
                  <a:srgbClr val="FFFFFF"/>
                </a:solidFill>
              </a:rPr>
              <a:t>Доклад студента 4-го курса ИВТ</a:t>
            </a:r>
          </a:p>
          <a:p>
            <a:r>
              <a:rPr lang="ru-RU">
                <a:solidFill>
                  <a:srgbClr val="FFFFFF"/>
                </a:solidFill>
              </a:rPr>
              <a:t>Суркова А.А.</a:t>
            </a:r>
          </a:p>
          <a:p>
            <a:endParaRPr lang="ru-RU">
              <a:solidFill>
                <a:srgbClr val="FFFFFF"/>
              </a:solidFill>
            </a:endParaRPr>
          </a:p>
        </p:txBody>
      </p:sp>
      <p:sp>
        <p:nvSpPr>
          <p:cNvPr id="1041" name="Rectangle 1040">
            <a:extLst>
              <a:ext uri="{FF2B5EF4-FFF2-40B4-BE49-F238E27FC236}">
                <a16:creationId xmlns:a16="http://schemas.microsoft.com/office/drawing/2014/main" id="{61B962C9-BE53-4915-9C0C-B53DCD378DA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276090" y="642795"/>
            <a:ext cx="6272654" cy="5575126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76200" dist="63500" dir="5040000" algn="t" rotWithShape="0">
              <a:prstClr val="black">
                <a:alpha val="41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2B098419-BA17-CD4F-BD8B-068D2407EA0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5937707" y="955591"/>
            <a:ext cx="4940024" cy="494002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7199003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6F60565-1805-83FE-50AF-776DD6E36F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Концепция проекта</a:t>
            </a:r>
            <a:endParaRPr lang="ru-RU" dirty="0"/>
          </a:p>
        </p:txBody>
      </p:sp>
      <p:graphicFrame>
        <p:nvGraphicFramePr>
          <p:cNvPr id="7" name="Объект 2">
            <a:extLst>
              <a:ext uri="{FF2B5EF4-FFF2-40B4-BE49-F238E27FC236}">
                <a16:creationId xmlns:a16="http://schemas.microsoft.com/office/drawing/2014/main" id="{471E0E4B-FF86-1DA5-6689-3721642D8394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131768933"/>
              </p:ext>
            </p:extLst>
          </p:nvPr>
        </p:nvGraphicFramePr>
        <p:xfrm>
          <a:off x="681038" y="2336800"/>
          <a:ext cx="9613900" cy="359886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67579140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6000"/>
                <a:shade val="100000"/>
                <a:hueMod val="270000"/>
                <a:satMod val="200000"/>
                <a:lumMod val="128000"/>
              </a:schemeClr>
            </a:gs>
            <a:gs pos="50000">
              <a:schemeClr val="bg2">
                <a:shade val="100000"/>
                <a:hueMod val="100000"/>
                <a:satMod val="110000"/>
                <a:lumMod val="130000"/>
              </a:schemeClr>
            </a:gs>
            <a:gs pos="100000">
              <a:schemeClr val="bg2">
                <a:shade val="78000"/>
                <a:hueMod val="44000"/>
                <a:satMod val="200000"/>
                <a:lumMod val="69000"/>
              </a:schemeClr>
            </a:gs>
          </a:gsLst>
          <a:lin ang="252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" name="Picture 22">
            <a:extLst>
              <a:ext uri="{FF2B5EF4-FFF2-40B4-BE49-F238E27FC236}">
                <a16:creationId xmlns:a16="http://schemas.microsoft.com/office/drawing/2014/main" id="{DE641BE7-E53D-4EDB-86DC-A76FE7EB682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2">
            <a:alphaModFix amt="1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25" name="Picture 24">
            <a:extLst>
              <a:ext uri="{FF2B5EF4-FFF2-40B4-BE49-F238E27FC236}">
                <a16:creationId xmlns:a16="http://schemas.microsoft.com/office/drawing/2014/main" id="{D76FB576-CA80-4A46-AE21-57CB59E087F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4242851"/>
            <a:ext cx="8968084" cy="275942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68ACDD95-D489-4928-ADC4-C261BEDEB5D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11716" y="4243845"/>
            <a:ext cx="3077108" cy="276940"/>
          </a:xfrm>
          <a:prstGeom prst="rect">
            <a:avLst/>
          </a:prstGeom>
        </p:spPr>
      </p:pic>
      <p:sp>
        <p:nvSpPr>
          <p:cNvPr id="29" name="Rectangle 28">
            <a:extLst>
              <a:ext uri="{FF2B5EF4-FFF2-40B4-BE49-F238E27FC236}">
                <a16:creationId xmlns:a16="http://schemas.microsoft.com/office/drawing/2014/main" id="{2001B4CE-DF79-4F9D-8ED5-A8AF7FC7A48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ltGray">
          <a:xfrm>
            <a:off x="0" y="2590078"/>
            <a:ext cx="8968085" cy="1660332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6D1B22DD-9D42-447D-8986-CBC33EF250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111715" y="2590078"/>
            <a:ext cx="3077109" cy="166033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pic>
        <p:nvPicPr>
          <p:cNvPr id="4" name="Объект 3" descr="Изображение выглядит как текст, снимок экрана, Мобильный телефон, Мобильное устройство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C068CA68-B8BF-F784-7166-E74B311BB01F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t="7488" r="-2" b="17764"/>
          <a:stretch>
            <a:fillRect/>
          </a:stretch>
        </p:blipFill>
        <p:spPr>
          <a:xfrm>
            <a:off x="-3176" y="10"/>
            <a:ext cx="4059936" cy="6857991"/>
          </a:xfrm>
          <a:prstGeom prst="rect">
            <a:avLst/>
          </a:prstGeom>
        </p:spPr>
      </p:pic>
      <p:pic>
        <p:nvPicPr>
          <p:cNvPr id="7" name="Рисунок 6" descr="Изображение выглядит как текст, Человеческое лицо, человек, одежда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8C617609-712B-D562-13CF-E4576ADA8DFB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r="-2" b="25252"/>
          <a:stretch>
            <a:fillRect/>
          </a:stretch>
        </p:blipFill>
        <p:spPr>
          <a:xfrm>
            <a:off x="4056760" y="10"/>
            <a:ext cx="4059936" cy="6857990"/>
          </a:xfrm>
          <a:prstGeom prst="rect">
            <a:avLst/>
          </a:prstGeom>
        </p:spPr>
      </p:pic>
      <p:pic>
        <p:nvPicPr>
          <p:cNvPr id="6" name="Рисунок 5" descr="Изображение выглядит как текст, снимок экрана, Мобильный телефон, Мобильное устройство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27E5AE14-F330-2F5C-34B6-16065B7B7D03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 t="8495" r="-1" b="17098"/>
          <a:stretch>
            <a:fillRect/>
          </a:stretch>
        </p:blipFill>
        <p:spPr>
          <a:xfrm>
            <a:off x="8113521" y="10"/>
            <a:ext cx="4078480" cy="6857990"/>
          </a:xfrm>
          <a:prstGeom prst="rect">
            <a:avLst/>
          </a:prstGeom>
        </p:spPr>
      </p:pic>
      <p:sp>
        <p:nvSpPr>
          <p:cNvPr id="33" name="Rectangle 32">
            <a:extLst>
              <a:ext uri="{FF2B5EF4-FFF2-40B4-BE49-F238E27FC236}">
                <a16:creationId xmlns:a16="http://schemas.microsoft.com/office/drawing/2014/main" id="{6ADBB4F0-E168-4D8F-9110-C7F0E050CA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grayWhite">
          <a:xfrm>
            <a:off x="0" y="4249541"/>
            <a:ext cx="8968085" cy="1660332"/>
          </a:xfrm>
          <a:prstGeom prst="rect">
            <a:avLst/>
          </a:prstGeom>
          <a:solidFill>
            <a:schemeClr val="bg1">
              <a:lumMod val="95000"/>
              <a:lumOff val="5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FD113BE2-7E5D-4087-85E0-42643E2BD1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111715" y="4249541"/>
            <a:ext cx="3077109" cy="166033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B135B2E8-6D3B-4717-8BA5-E714A4A9682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5902314"/>
            <a:ext cx="8968085" cy="275942"/>
          </a:xfrm>
          <a:prstGeom prst="rect">
            <a:avLst/>
          </a:prstGeom>
          <a:blipFill>
            <a:blip r:embed="rId8"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6E03D680-D745-4370-9F40-7DF91080BF6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111715" y="5902314"/>
            <a:ext cx="3080285" cy="275942"/>
          </a:xfrm>
          <a:prstGeom prst="rect">
            <a:avLst/>
          </a:prstGeom>
          <a:blipFill>
            <a:blip r:embed="rId9"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2197680-5E45-271A-804B-AD419A12AC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0322" y="4521420"/>
            <a:ext cx="8133478" cy="940240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r"/>
            <a:r>
              <a:rPr lang="en-US" sz="4800" dirty="0" err="1"/>
              <a:t>Работа</a:t>
            </a:r>
            <a:r>
              <a:rPr lang="en-US" sz="4800" dirty="0"/>
              <a:t>, </a:t>
            </a:r>
            <a:r>
              <a:rPr lang="en-US" sz="4800" dirty="0" err="1"/>
              <a:t>знакомства</a:t>
            </a:r>
            <a:r>
              <a:rPr lang="en-US" sz="4800" dirty="0"/>
              <a:t>, </a:t>
            </a:r>
            <a:r>
              <a:rPr lang="en-US" sz="4800"/>
              <a:t>афиша</a:t>
            </a:r>
            <a:endParaRPr lang="en-US" sz="4800" dirty="0"/>
          </a:p>
        </p:txBody>
      </p:sp>
    </p:spTree>
    <p:extLst>
      <p:ext uri="{BB962C8B-B14F-4D97-AF65-F5344CB8AC3E}">
        <p14:creationId xmlns:p14="http://schemas.microsoft.com/office/powerpoint/2010/main" val="427893551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389355B-1AF4-0763-AB96-3B2E74D027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Текущий статус и аудитория</a:t>
            </a:r>
            <a:endParaRPr lang="ru-RU" dirty="0"/>
          </a:p>
        </p:txBody>
      </p:sp>
      <p:graphicFrame>
        <p:nvGraphicFramePr>
          <p:cNvPr id="8" name="Объект 2">
            <a:extLst>
              <a:ext uri="{FF2B5EF4-FFF2-40B4-BE49-F238E27FC236}">
                <a16:creationId xmlns:a16="http://schemas.microsoft.com/office/drawing/2014/main" id="{BC454ABC-7B68-E81E-8980-3D7C4A2977AA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680321" y="2336873"/>
          <a:ext cx="9613861" cy="359931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96047576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6000"/>
                <a:shade val="100000"/>
                <a:hueMod val="270000"/>
                <a:satMod val="200000"/>
                <a:lumMod val="128000"/>
              </a:schemeClr>
            </a:gs>
            <a:gs pos="50000">
              <a:schemeClr val="bg2">
                <a:shade val="100000"/>
                <a:hueMod val="100000"/>
                <a:satMod val="110000"/>
                <a:lumMod val="130000"/>
              </a:schemeClr>
            </a:gs>
            <a:gs pos="100000">
              <a:schemeClr val="bg2">
                <a:shade val="78000"/>
                <a:hueMod val="44000"/>
                <a:satMod val="200000"/>
                <a:lumMod val="69000"/>
              </a:schemeClr>
            </a:gs>
          </a:gsLst>
          <a:lin ang="252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D62C744-1A4E-C1FE-9EF7-FC52F94C7B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0321" y="753228"/>
            <a:ext cx="9613861" cy="1080938"/>
          </a:xfrm>
        </p:spPr>
        <p:txBody>
          <a:bodyPr>
            <a:normAutofit/>
          </a:bodyPr>
          <a:lstStyle/>
          <a:p>
            <a:r>
              <a:rPr lang="ru-RU"/>
              <a:t>Аргументы ЗА инвестиции</a:t>
            </a:r>
            <a:br>
              <a:rPr lang="ru-RU"/>
            </a:br>
            <a:endParaRPr lang="ru-RU" dirty="0"/>
          </a:p>
        </p:txBody>
      </p:sp>
      <p:graphicFrame>
        <p:nvGraphicFramePr>
          <p:cNvPr id="19" name="Объект 2">
            <a:extLst>
              <a:ext uri="{FF2B5EF4-FFF2-40B4-BE49-F238E27FC236}">
                <a16:creationId xmlns:a16="http://schemas.microsoft.com/office/drawing/2014/main" id="{F37395E6-A717-81D4-04CE-0D3E47883274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010833152"/>
              </p:ext>
            </p:extLst>
          </p:nvPr>
        </p:nvGraphicFramePr>
        <p:xfrm>
          <a:off x="681037" y="2336800"/>
          <a:ext cx="10830641" cy="359886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58934400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6000"/>
                <a:shade val="100000"/>
                <a:hueMod val="270000"/>
                <a:satMod val="200000"/>
                <a:lumMod val="128000"/>
              </a:schemeClr>
            </a:gs>
            <a:gs pos="50000">
              <a:schemeClr val="bg2">
                <a:shade val="100000"/>
                <a:hueMod val="100000"/>
                <a:satMod val="110000"/>
                <a:lumMod val="130000"/>
              </a:schemeClr>
            </a:gs>
            <a:gs pos="100000">
              <a:schemeClr val="bg2">
                <a:shade val="78000"/>
                <a:hueMod val="44000"/>
                <a:satMod val="200000"/>
                <a:lumMod val="69000"/>
              </a:schemeClr>
            </a:gs>
          </a:gsLst>
          <a:lin ang="252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7" name="Rectangle 16">
            <a:extLst>
              <a:ext uri="{FF2B5EF4-FFF2-40B4-BE49-F238E27FC236}">
                <a16:creationId xmlns:a16="http://schemas.microsoft.com/office/drawing/2014/main" id="{EC45AD9C-F21B-4046-AF68-07A24694792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824" cy="6858001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85F5BD6E-AB48-4A2D-AA03-D787D54FAF0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2">
            <a:alphaModFix amt="1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3221115A-B66A-4D35-9D9F-97A91D887F0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963704"/>
            <a:ext cx="10437812" cy="321164"/>
          </a:xfrm>
          <a:prstGeom prst="rect">
            <a:avLst/>
          </a:prstGeom>
        </p:spPr>
      </p:pic>
      <p:sp>
        <p:nvSpPr>
          <p:cNvPr id="23" name="Rectangle 22">
            <a:extLst>
              <a:ext uri="{FF2B5EF4-FFF2-40B4-BE49-F238E27FC236}">
                <a16:creationId xmlns:a16="http://schemas.microsoft.com/office/drawing/2014/main" id="{ABC72B1C-D4EE-45CF-A99C-0AD017C416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grayWhite">
          <a:xfrm>
            <a:off x="0" y="609600"/>
            <a:ext cx="10437812" cy="1368198"/>
          </a:xfrm>
          <a:prstGeom prst="rect">
            <a:avLst/>
          </a:prstGeom>
          <a:solidFill>
            <a:srgbClr val="0D0D0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9AC08A6-781C-5162-4346-16AFDFAC3A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0321" y="753228"/>
            <a:ext cx="9613861" cy="1080938"/>
          </a:xfrm>
        </p:spPr>
        <p:txBody>
          <a:bodyPr>
            <a:normAutofit/>
          </a:bodyPr>
          <a:lstStyle/>
          <a:p>
            <a:r>
              <a:rPr lang="ru-RU">
                <a:solidFill>
                  <a:srgbClr val="FFFFFF"/>
                </a:solidFill>
              </a:rPr>
              <a:t>Аргументы ПРОТИВ инвестиций</a:t>
            </a:r>
            <a:br>
              <a:rPr lang="ru-RU">
                <a:solidFill>
                  <a:srgbClr val="FFFFFF"/>
                </a:solidFill>
              </a:rPr>
            </a:br>
            <a:endParaRPr lang="ru-RU">
              <a:solidFill>
                <a:srgbClr val="FFFFFF"/>
              </a:solidFill>
            </a:endParaRPr>
          </a:p>
        </p:txBody>
      </p:sp>
      <p:pic>
        <p:nvPicPr>
          <p:cNvPr id="25" name="Picture 24">
            <a:extLst>
              <a:ext uri="{FF2B5EF4-FFF2-40B4-BE49-F238E27FC236}">
                <a16:creationId xmlns:a16="http://schemas.microsoft.com/office/drawing/2014/main" id="{38AB44AF-E52F-46C5-8C2C-8487AC8B1B6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27" name="Rectangle 26">
            <a:extLst>
              <a:ext uri="{FF2B5EF4-FFF2-40B4-BE49-F238E27FC236}">
                <a16:creationId xmlns:a16="http://schemas.microsoft.com/office/drawing/2014/main" id="{A5B2FDF3-1FF8-4FBF-842A-4EA5719F347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589003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pic>
        <p:nvPicPr>
          <p:cNvPr id="29" name="Picture 28">
            <a:extLst>
              <a:ext uri="{FF2B5EF4-FFF2-40B4-BE49-F238E27FC236}">
                <a16:creationId xmlns:a16="http://schemas.microsoft.com/office/drawing/2014/main" id="{6389DEC8-49B8-4778-BB47-FF48E8C5B6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5885714"/>
            <a:ext cx="10437812" cy="321164"/>
          </a:xfrm>
          <a:prstGeom prst="rect">
            <a:avLst/>
          </a:prstGeom>
        </p:spPr>
      </p:pic>
      <p:sp>
        <p:nvSpPr>
          <p:cNvPr id="31" name="Rectangle 30">
            <a:extLst>
              <a:ext uri="{FF2B5EF4-FFF2-40B4-BE49-F238E27FC236}">
                <a16:creationId xmlns:a16="http://schemas.microsoft.com/office/drawing/2014/main" id="{DF550B33-5759-49FD-90FC-11EA4ED581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grayWhite">
          <a:xfrm>
            <a:off x="0" y="2116667"/>
            <a:ext cx="10439400" cy="3793206"/>
          </a:xfrm>
          <a:prstGeom prst="rect">
            <a:avLst/>
          </a:prstGeom>
          <a:solidFill>
            <a:srgbClr val="0D0D0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0E98B3D6-5DFF-BE0A-E741-67BE2C9AE8D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0322" y="2437831"/>
            <a:ext cx="9114023" cy="3150308"/>
          </a:xfrm>
        </p:spPr>
        <p:txBody>
          <a:bodyPr>
            <a:normAutofit/>
          </a:bodyPr>
          <a:lstStyle/>
          <a:p>
            <a:r>
              <a:rPr lang="ru-RU" sz="2000">
                <a:solidFill>
                  <a:srgbClr val="FFFFFF"/>
                </a:solidFill>
              </a:rPr>
              <a:t>Высокая конкуренция (</a:t>
            </a:r>
            <a:r>
              <a:rPr lang="en-US" sz="2000">
                <a:solidFill>
                  <a:srgbClr val="FFFFFF"/>
                </a:solidFill>
              </a:rPr>
              <a:t>hh.ru, </a:t>
            </a:r>
            <a:r>
              <a:rPr lang="ru-RU" sz="2000">
                <a:solidFill>
                  <a:srgbClr val="FFFFFF"/>
                </a:solidFill>
              </a:rPr>
              <a:t>Авито работа, </a:t>
            </a:r>
            <a:r>
              <a:rPr lang="en-US" sz="2000">
                <a:solidFill>
                  <a:srgbClr val="FFFFFF"/>
                </a:solidFill>
              </a:rPr>
              <a:t>Timepad</a:t>
            </a:r>
            <a:r>
              <a:rPr lang="ru-RU" sz="2000">
                <a:solidFill>
                  <a:srgbClr val="FFFFFF"/>
                </a:solidFill>
              </a:rPr>
              <a:t>, любые соцсети)</a:t>
            </a:r>
          </a:p>
          <a:p>
            <a:r>
              <a:rPr lang="ru-RU" sz="2000">
                <a:solidFill>
                  <a:srgbClr val="FFFFFF"/>
                </a:solidFill>
              </a:rPr>
              <a:t>Сложность монетизации</a:t>
            </a:r>
          </a:p>
          <a:p>
            <a:r>
              <a:rPr lang="ru-RU" sz="2000">
                <a:solidFill>
                  <a:srgbClr val="FFFFFF"/>
                </a:solidFill>
              </a:rPr>
              <a:t>Зависимость от аудитории</a:t>
            </a:r>
          </a:p>
        </p:txBody>
      </p:sp>
    </p:spTree>
    <p:extLst>
      <p:ext uri="{BB962C8B-B14F-4D97-AF65-F5344CB8AC3E}">
        <p14:creationId xmlns:p14="http://schemas.microsoft.com/office/powerpoint/2010/main" val="45596016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6000"/>
                <a:shade val="100000"/>
                <a:hueMod val="270000"/>
                <a:satMod val="200000"/>
                <a:lumMod val="128000"/>
              </a:schemeClr>
            </a:gs>
            <a:gs pos="50000">
              <a:schemeClr val="bg2">
                <a:shade val="100000"/>
                <a:hueMod val="100000"/>
                <a:satMod val="110000"/>
                <a:lumMod val="130000"/>
              </a:schemeClr>
            </a:gs>
            <a:gs pos="100000">
              <a:schemeClr val="bg2">
                <a:shade val="78000"/>
                <a:hueMod val="44000"/>
                <a:satMod val="200000"/>
                <a:lumMod val="69000"/>
              </a:schemeClr>
            </a:gs>
          </a:gsLst>
          <a:lin ang="252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A106B9FE-7E5A-4047-B5D3-C3C24BD3E80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824" cy="6858001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B60EBA20-0A64-45D5-B937-FE93DCA01C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785632" y="0"/>
            <a:ext cx="340636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3EAD5E5B-543A-4690-8C75-BACF7FFB40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2">
            <a:alphaModFix amt="1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3176" y="0"/>
            <a:ext cx="12192000" cy="6858000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98739700-980C-4F96-84CD-97157DFE86A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" y="1959089"/>
            <a:ext cx="9107362" cy="321164"/>
          </a:xfrm>
          <a:prstGeom prst="rect">
            <a:avLst/>
          </a:prstGeom>
        </p:spPr>
      </p:pic>
      <p:sp>
        <p:nvSpPr>
          <p:cNvPr id="16" name="Rectangle 15">
            <a:extLst>
              <a:ext uri="{FF2B5EF4-FFF2-40B4-BE49-F238E27FC236}">
                <a16:creationId xmlns:a16="http://schemas.microsoft.com/office/drawing/2014/main" id="{52A2FDCB-3B06-44F3-A0AA-2C056C3E512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grayWhite">
          <a:xfrm>
            <a:off x="1" y="609600"/>
            <a:ext cx="9107363" cy="1368198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DB890E2-B50C-6CCB-D4DD-40AE35BFB9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0321" y="753228"/>
            <a:ext cx="7461844" cy="1080938"/>
          </a:xfrm>
        </p:spPr>
        <p:txBody>
          <a:bodyPr>
            <a:normAutofit/>
          </a:bodyPr>
          <a:lstStyle/>
          <a:p>
            <a:r>
              <a:rPr lang="ru-RU">
                <a:solidFill>
                  <a:srgbClr val="FFFFFF"/>
                </a:solidFill>
              </a:rPr>
              <a:t>Вывод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C2C3828A-D901-A531-588B-323F97CE641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0321" y="2336873"/>
            <a:ext cx="7461844" cy="3142077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ru-RU" sz="1800"/>
              <a:t>Проект выглядит перспективным и работоспособным.</a:t>
            </a:r>
          </a:p>
          <a:p>
            <a:r>
              <a:rPr lang="ru-RU" sz="1800"/>
              <a:t>Инвистиция в проект может послужить выгодным способом рекламы собственных услуг или товаров, если их целевой аудиторией являются студенты</a:t>
            </a:r>
          </a:p>
          <a:p>
            <a:r>
              <a:rPr lang="ru-RU" sz="1800"/>
              <a:t>Существующее мобильное приложение демонстрирует наличие необходимых навыков у команды разработки.</a:t>
            </a:r>
            <a:endParaRPr lang="ru-RU" sz="1800" dirty="0"/>
          </a:p>
        </p:txBody>
      </p:sp>
    </p:spTree>
    <p:extLst>
      <p:ext uri="{BB962C8B-B14F-4D97-AF65-F5344CB8AC3E}">
        <p14:creationId xmlns:p14="http://schemas.microsoft.com/office/powerpoint/2010/main" val="3339957550"/>
      </p:ext>
    </p:extLst>
  </p:cSld>
  <p:clrMapOvr>
    <a:masterClrMapping/>
  </p:clrMapOvr>
</p:sld>
</file>

<file path=ppt/theme/theme1.xml><?xml version="1.0" encoding="utf-8"?>
<a:theme xmlns:a="http://schemas.openxmlformats.org/drawingml/2006/main" name="Берлин">
  <a:themeElements>
    <a:clrScheme name="Берлин">
      <a:dk1>
        <a:sysClr val="windowText" lastClr="000000"/>
      </a:dk1>
      <a:lt1>
        <a:sysClr val="window" lastClr="FFFFFF"/>
      </a:lt1>
      <a:dk2>
        <a:srgbClr val="9D360E"/>
      </a:dk2>
      <a:lt2>
        <a:srgbClr val="E7E6E6"/>
      </a:lt2>
      <a:accent1>
        <a:srgbClr val="F09415"/>
      </a:accent1>
      <a:accent2>
        <a:srgbClr val="C1B56B"/>
      </a:accent2>
      <a:accent3>
        <a:srgbClr val="4BAF73"/>
      </a:accent3>
      <a:accent4>
        <a:srgbClr val="5AA6C0"/>
      </a:accent4>
      <a:accent5>
        <a:srgbClr val="D17DF9"/>
      </a:accent5>
      <a:accent6>
        <a:srgbClr val="FA7E5C"/>
      </a:accent6>
      <a:hlink>
        <a:srgbClr val="FFAE3E"/>
      </a:hlink>
      <a:folHlink>
        <a:srgbClr val="FCC77E"/>
      </a:folHlink>
    </a:clrScheme>
    <a:fontScheme name="Берлин">
      <a:majorFont>
        <a:latin typeface="Trebuchet MS" panose="020B0603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Берлин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satMod val="100000"/>
                <a:lumMod val="110000"/>
              </a:schemeClr>
            </a:gs>
            <a:gs pos="100000">
              <a:schemeClr val="phClr">
                <a:tint val="70000"/>
                <a:satMod val="100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satMod val="103000"/>
                <a:lumMod val="102000"/>
              </a:schemeClr>
            </a:gs>
            <a:gs pos="50000">
              <a:schemeClr val="phClr">
                <a:shade val="100000"/>
                <a:satMod val="110000"/>
                <a:lumMod val="100000"/>
              </a:schemeClr>
            </a:gs>
            <a:gs pos="100000">
              <a:schemeClr val="phClr">
                <a:shade val="78000"/>
                <a:satMod val="120000"/>
                <a:lumMod val="99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6000"/>
                <a:shade val="100000"/>
                <a:hueMod val="270000"/>
                <a:satMod val="200000"/>
                <a:lumMod val="128000"/>
              </a:schemeClr>
            </a:gs>
            <a:gs pos="50000">
              <a:schemeClr val="phClr">
                <a:shade val="100000"/>
                <a:hueMod val="100000"/>
                <a:satMod val="110000"/>
                <a:lumMod val="130000"/>
              </a:schemeClr>
            </a:gs>
            <a:gs pos="100000">
              <a:schemeClr val="phClr">
                <a:shade val="78000"/>
                <a:hueMod val="44000"/>
                <a:satMod val="200000"/>
                <a:lumMod val="69000"/>
              </a:schemeClr>
            </a:gs>
          </a:gsLst>
          <a:lin ang="252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Berlin" id="{7B5DBA9E-B069-418E-9360-A61BDD0615A4}" vid="{C0CBE056-4EF4-4D92-969E-947779DA7AA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Берлин</Template>
  <TotalTime>461</TotalTime>
  <Words>141</Words>
  <Application>Microsoft Office PowerPoint</Application>
  <PresentationFormat>Широкоэкранный</PresentationFormat>
  <Paragraphs>23</Paragraphs>
  <Slides>7</Slides>
  <Notes>0</Notes>
  <HiddenSlides>0</HiddenSlides>
  <MMClips>0</MMClips>
  <ScaleCrop>false</ScaleCrop>
  <HeadingPairs>
    <vt:vector size="4" baseType="variant">
      <vt:variant>
        <vt:lpstr>Тема</vt:lpstr>
      </vt:variant>
      <vt:variant>
        <vt:i4>1</vt:i4>
      </vt:variant>
      <vt:variant>
        <vt:lpstr>Заголовки слайдов</vt:lpstr>
      </vt:variant>
      <vt:variant>
        <vt:i4>7</vt:i4>
      </vt:variant>
    </vt:vector>
  </HeadingPairs>
  <TitlesOfParts>
    <vt:vector size="8" baseType="lpstr">
      <vt:lpstr>Берлин</vt:lpstr>
      <vt:lpstr>Проект MyUni </vt:lpstr>
      <vt:lpstr>Концепция проекта</vt:lpstr>
      <vt:lpstr>Работа, знакомства, афиша</vt:lpstr>
      <vt:lpstr>Текущий статус и аудитория</vt:lpstr>
      <vt:lpstr>Аргументы ЗА инвестиции </vt:lpstr>
      <vt:lpstr>Аргументы ПРОТИВ инвестиций </vt:lpstr>
      <vt:lpstr>Вывод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Andrey Surkov</dc:creator>
  <cp:lastModifiedBy>Andrey Surkov</cp:lastModifiedBy>
  <cp:revision>64</cp:revision>
  <dcterms:created xsi:type="dcterms:W3CDTF">2026-03-16T16:36:20Z</dcterms:created>
  <dcterms:modified xsi:type="dcterms:W3CDTF">2026-03-17T11:42:22Z</dcterms:modified>
</cp:coreProperties>
</file>