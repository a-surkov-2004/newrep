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AEFA8A2-FE45-4117-A8CF-A650C862C29A}" v="33" dt="2026-03-17T10:46:57.6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60"/>
  </p:normalViewPr>
  <p:slideViewPr>
    <p:cSldViewPr snapToGrid="0">
      <p:cViewPr varScale="1">
        <p:scale>
          <a:sx n="81" d="100"/>
          <a:sy n="81" d="100"/>
        </p:scale>
        <p:origin x="114" y="16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B3C7535-3E90-4AD2-AB3B-E71E77520AEC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FDB0C15-DDE3-4FF6-AC2D-CDC8E88D9E5C}">
      <dgm:prSet/>
      <dgm:spPr/>
      <dgm:t>
        <a:bodyPr/>
        <a:lstStyle/>
        <a:p>
          <a:r>
            <a:rPr lang="ru-RU" b="1"/>
            <a:t>Управление</a:t>
          </a:r>
          <a:r>
            <a:rPr lang="ru-RU"/>
            <a:t> — целенаправленное воздействие на систему .</a:t>
          </a:r>
          <a:endParaRPr lang="en-US"/>
        </a:p>
      </dgm:t>
    </dgm:pt>
    <dgm:pt modelId="{3AD2E4F6-9460-44B8-A705-A48AF6B2A32B}" type="parTrans" cxnId="{9D0AB030-101B-42BB-B5D0-AA6B0933477F}">
      <dgm:prSet/>
      <dgm:spPr/>
      <dgm:t>
        <a:bodyPr/>
        <a:lstStyle/>
        <a:p>
          <a:endParaRPr lang="en-US"/>
        </a:p>
      </dgm:t>
    </dgm:pt>
    <dgm:pt modelId="{37AA4EEB-E2C2-4965-BF63-DE47464C4E2B}" type="sibTrans" cxnId="{9D0AB030-101B-42BB-B5D0-AA6B0933477F}">
      <dgm:prSet phldrT="01" phldr="0"/>
      <dgm:spPr/>
      <dgm:t>
        <a:bodyPr/>
        <a:lstStyle/>
        <a:p>
          <a:r>
            <a:rPr lang="en-US"/>
            <a:t>01</a:t>
          </a:r>
        </a:p>
      </dgm:t>
    </dgm:pt>
    <dgm:pt modelId="{9177FD5F-F834-4C49-B6BD-97E34473BDEB}">
      <dgm:prSet/>
      <dgm:spPr/>
      <dgm:t>
        <a:bodyPr/>
        <a:lstStyle/>
        <a:p>
          <a:r>
            <a:rPr lang="ru-RU" b="1"/>
            <a:t>Информация</a:t>
          </a:r>
          <a:r>
            <a:rPr lang="ru-RU"/>
            <a:t> — то, что передается по каналам связи .</a:t>
          </a:r>
          <a:endParaRPr lang="en-US"/>
        </a:p>
      </dgm:t>
    </dgm:pt>
    <dgm:pt modelId="{986BF19A-1975-4706-8304-D130C7113C44}" type="parTrans" cxnId="{29707129-977C-4BF2-96EC-8BAA77B182A1}">
      <dgm:prSet/>
      <dgm:spPr/>
      <dgm:t>
        <a:bodyPr/>
        <a:lstStyle/>
        <a:p>
          <a:endParaRPr lang="en-US"/>
        </a:p>
      </dgm:t>
    </dgm:pt>
    <dgm:pt modelId="{3490856C-E987-4FA0-BBF2-D2E44D6F7C49}" type="sibTrans" cxnId="{29707129-977C-4BF2-96EC-8BAA77B182A1}">
      <dgm:prSet phldrT="02" phldr="0"/>
      <dgm:spPr/>
      <dgm:t>
        <a:bodyPr/>
        <a:lstStyle/>
        <a:p>
          <a:r>
            <a:rPr lang="en-US"/>
            <a:t>02</a:t>
          </a:r>
        </a:p>
      </dgm:t>
    </dgm:pt>
    <dgm:pt modelId="{4A90E179-8EE0-40D0-8C51-8F442CD2BEA9}">
      <dgm:prSet/>
      <dgm:spPr/>
      <dgm:t>
        <a:bodyPr/>
        <a:lstStyle/>
        <a:p>
          <a:r>
            <a:rPr lang="ru-RU" b="1"/>
            <a:t>Обратная связь</a:t>
          </a:r>
          <a:r>
            <a:rPr lang="ru-RU"/>
            <a:t> — то, что позволяет системе корректировать свое поведение</a:t>
          </a:r>
          <a:endParaRPr lang="en-US"/>
        </a:p>
      </dgm:t>
    </dgm:pt>
    <dgm:pt modelId="{D9A36D3F-1A44-4326-A526-4A52F0F28EA8}" type="parTrans" cxnId="{DA2A1E17-C9F9-497F-BC01-5F98075888EB}">
      <dgm:prSet/>
      <dgm:spPr/>
      <dgm:t>
        <a:bodyPr/>
        <a:lstStyle/>
        <a:p>
          <a:endParaRPr lang="en-US"/>
        </a:p>
      </dgm:t>
    </dgm:pt>
    <dgm:pt modelId="{0B13F4DA-49CB-4F8C-B97F-DE83A4E92529}" type="sibTrans" cxnId="{DA2A1E17-C9F9-497F-BC01-5F98075888EB}">
      <dgm:prSet phldrT="03" phldr="0"/>
      <dgm:spPr/>
      <dgm:t>
        <a:bodyPr/>
        <a:lstStyle/>
        <a:p>
          <a:r>
            <a:rPr lang="en-US"/>
            <a:t>03</a:t>
          </a:r>
        </a:p>
      </dgm:t>
    </dgm:pt>
    <dgm:pt modelId="{CA901E9E-A107-40A4-A818-2366F09EF79E}" type="pres">
      <dgm:prSet presAssocID="{1B3C7535-3E90-4AD2-AB3B-E71E77520AEC}" presName="Name0" presStyleCnt="0">
        <dgm:presLayoutVars>
          <dgm:animLvl val="lvl"/>
          <dgm:resizeHandles val="exact"/>
        </dgm:presLayoutVars>
      </dgm:prSet>
      <dgm:spPr/>
    </dgm:pt>
    <dgm:pt modelId="{4613538B-7B8B-4234-A519-C9E6B9570AFA}" type="pres">
      <dgm:prSet presAssocID="{5FDB0C15-DDE3-4FF6-AC2D-CDC8E88D9E5C}" presName="compositeNode" presStyleCnt="0">
        <dgm:presLayoutVars>
          <dgm:bulletEnabled val="1"/>
        </dgm:presLayoutVars>
      </dgm:prSet>
      <dgm:spPr/>
    </dgm:pt>
    <dgm:pt modelId="{2332E0E4-F0A6-4B95-A384-D06A0C2568BB}" type="pres">
      <dgm:prSet presAssocID="{5FDB0C15-DDE3-4FF6-AC2D-CDC8E88D9E5C}" presName="bgRect" presStyleLbl="alignNode1" presStyleIdx="0" presStyleCnt="3"/>
      <dgm:spPr/>
    </dgm:pt>
    <dgm:pt modelId="{D79B28AF-969A-499A-A5F5-D2288823E651}" type="pres">
      <dgm:prSet presAssocID="{37AA4EEB-E2C2-4965-BF63-DE47464C4E2B}" presName="sibTransNodeRect" presStyleLbl="alignNode1" presStyleIdx="0" presStyleCnt="3">
        <dgm:presLayoutVars>
          <dgm:chMax val="0"/>
          <dgm:bulletEnabled val="1"/>
        </dgm:presLayoutVars>
      </dgm:prSet>
      <dgm:spPr/>
    </dgm:pt>
    <dgm:pt modelId="{0FF43372-1B33-4843-8807-B6B5963A055A}" type="pres">
      <dgm:prSet presAssocID="{5FDB0C15-DDE3-4FF6-AC2D-CDC8E88D9E5C}" presName="nodeRect" presStyleLbl="alignNode1" presStyleIdx="0" presStyleCnt="3">
        <dgm:presLayoutVars>
          <dgm:bulletEnabled val="1"/>
        </dgm:presLayoutVars>
      </dgm:prSet>
      <dgm:spPr/>
    </dgm:pt>
    <dgm:pt modelId="{3AB49DE2-00BE-42FF-BC9E-96E697B74F43}" type="pres">
      <dgm:prSet presAssocID="{37AA4EEB-E2C2-4965-BF63-DE47464C4E2B}" presName="sibTrans" presStyleCnt="0"/>
      <dgm:spPr/>
    </dgm:pt>
    <dgm:pt modelId="{5E00766D-F60C-4D2B-8998-DC23325DA914}" type="pres">
      <dgm:prSet presAssocID="{9177FD5F-F834-4C49-B6BD-97E34473BDEB}" presName="compositeNode" presStyleCnt="0">
        <dgm:presLayoutVars>
          <dgm:bulletEnabled val="1"/>
        </dgm:presLayoutVars>
      </dgm:prSet>
      <dgm:spPr/>
    </dgm:pt>
    <dgm:pt modelId="{99F7F97B-4E07-42C5-90EA-2C670A742BE9}" type="pres">
      <dgm:prSet presAssocID="{9177FD5F-F834-4C49-B6BD-97E34473BDEB}" presName="bgRect" presStyleLbl="alignNode1" presStyleIdx="1" presStyleCnt="3"/>
      <dgm:spPr/>
    </dgm:pt>
    <dgm:pt modelId="{8FC00FE1-9FB5-4205-8EC2-AC33C5150A18}" type="pres">
      <dgm:prSet presAssocID="{3490856C-E987-4FA0-BBF2-D2E44D6F7C49}" presName="sibTransNodeRect" presStyleLbl="alignNode1" presStyleIdx="1" presStyleCnt="3">
        <dgm:presLayoutVars>
          <dgm:chMax val="0"/>
          <dgm:bulletEnabled val="1"/>
        </dgm:presLayoutVars>
      </dgm:prSet>
      <dgm:spPr/>
    </dgm:pt>
    <dgm:pt modelId="{2DB4B6F9-E541-4FDF-913E-1279A3E806F0}" type="pres">
      <dgm:prSet presAssocID="{9177FD5F-F834-4C49-B6BD-97E34473BDEB}" presName="nodeRect" presStyleLbl="alignNode1" presStyleIdx="1" presStyleCnt="3">
        <dgm:presLayoutVars>
          <dgm:bulletEnabled val="1"/>
        </dgm:presLayoutVars>
      </dgm:prSet>
      <dgm:spPr/>
    </dgm:pt>
    <dgm:pt modelId="{3B8208C6-8F43-48C0-9FC0-C5E04D6DE1C7}" type="pres">
      <dgm:prSet presAssocID="{3490856C-E987-4FA0-BBF2-D2E44D6F7C49}" presName="sibTrans" presStyleCnt="0"/>
      <dgm:spPr/>
    </dgm:pt>
    <dgm:pt modelId="{C3B701B0-DDA0-42CF-AD2E-B0093BE06273}" type="pres">
      <dgm:prSet presAssocID="{4A90E179-8EE0-40D0-8C51-8F442CD2BEA9}" presName="compositeNode" presStyleCnt="0">
        <dgm:presLayoutVars>
          <dgm:bulletEnabled val="1"/>
        </dgm:presLayoutVars>
      </dgm:prSet>
      <dgm:spPr/>
    </dgm:pt>
    <dgm:pt modelId="{861848A0-8FE6-4494-9ABF-BC748771DCC2}" type="pres">
      <dgm:prSet presAssocID="{4A90E179-8EE0-40D0-8C51-8F442CD2BEA9}" presName="bgRect" presStyleLbl="alignNode1" presStyleIdx="2" presStyleCnt="3"/>
      <dgm:spPr/>
    </dgm:pt>
    <dgm:pt modelId="{82B13F98-A2DB-45EE-8675-A1567BB180AE}" type="pres">
      <dgm:prSet presAssocID="{0B13F4DA-49CB-4F8C-B97F-DE83A4E92529}" presName="sibTransNodeRect" presStyleLbl="alignNode1" presStyleIdx="2" presStyleCnt="3">
        <dgm:presLayoutVars>
          <dgm:chMax val="0"/>
          <dgm:bulletEnabled val="1"/>
        </dgm:presLayoutVars>
      </dgm:prSet>
      <dgm:spPr/>
    </dgm:pt>
    <dgm:pt modelId="{F2867D60-4BCC-4BC5-B768-21AFBEDD8AB6}" type="pres">
      <dgm:prSet presAssocID="{4A90E179-8EE0-40D0-8C51-8F442CD2BEA9}" presName="nodeRect" presStyleLbl="alignNode1" presStyleIdx="2" presStyleCnt="3">
        <dgm:presLayoutVars>
          <dgm:bulletEnabled val="1"/>
        </dgm:presLayoutVars>
      </dgm:prSet>
      <dgm:spPr/>
    </dgm:pt>
  </dgm:ptLst>
  <dgm:cxnLst>
    <dgm:cxn modelId="{94775802-4183-487B-962A-2C112EA600BC}" type="presOf" srcId="{5FDB0C15-DDE3-4FF6-AC2D-CDC8E88D9E5C}" destId="{0FF43372-1B33-4843-8807-B6B5963A055A}" srcOrd="1" destOrd="0" presId="urn:microsoft.com/office/officeart/2016/7/layout/LinearBlockProcessNumbered"/>
    <dgm:cxn modelId="{C7BCE802-14E0-4B10-9DD2-D2DA4E5C541B}" type="presOf" srcId="{4A90E179-8EE0-40D0-8C51-8F442CD2BEA9}" destId="{861848A0-8FE6-4494-9ABF-BC748771DCC2}" srcOrd="0" destOrd="0" presId="urn:microsoft.com/office/officeart/2016/7/layout/LinearBlockProcessNumbered"/>
    <dgm:cxn modelId="{DA2A1E17-C9F9-497F-BC01-5F98075888EB}" srcId="{1B3C7535-3E90-4AD2-AB3B-E71E77520AEC}" destId="{4A90E179-8EE0-40D0-8C51-8F442CD2BEA9}" srcOrd="2" destOrd="0" parTransId="{D9A36D3F-1A44-4326-A526-4A52F0F28EA8}" sibTransId="{0B13F4DA-49CB-4F8C-B97F-DE83A4E92529}"/>
    <dgm:cxn modelId="{29707129-977C-4BF2-96EC-8BAA77B182A1}" srcId="{1B3C7535-3E90-4AD2-AB3B-E71E77520AEC}" destId="{9177FD5F-F834-4C49-B6BD-97E34473BDEB}" srcOrd="1" destOrd="0" parTransId="{986BF19A-1975-4706-8304-D130C7113C44}" sibTransId="{3490856C-E987-4FA0-BBF2-D2E44D6F7C49}"/>
    <dgm:cxn modelId="{9D0AB030-101B-42BB-B5D0-AA6B0933477F}" srcId="{1B3C7535-3E90-4AD2-AB3B-E71E77520AEC}" destId="{5FDB0C15-DDE3-4FF6-AC2D-CDC8E88D9E5C}" srcOrd="0" destOrd="0" parTransId="{3AD2E4F6-9460-44B8-A705-A48AF6B2A32B}" sibTransId="{37AA4EEB-E2C2-4965-BF63-DE47464C4E2B}"/>
    <dgm:cxn modelId="{78F3C181-1162-4450-8FF0-B247331DEEDE}" type="presOf" srcId="{9177FD5F-F834-4C49-B6BD-97E34473BDEB}" destId="{2DB4B6F9-E541-4FDF-913E-1279A3E806F0}" srcOrd="1" destOrd="0" presId="urn:microsoft.com/office/officeart/2016/7/layout/LinearBlockProcessNumbered"/>
    <dgm:cxn modelId="{7C84CB9D-80E9-46B8-8933-88BD3AAC6C2C}" type="presOf" srcId="{4A90E179-8EE0-40D0-8C51-8F442CD2BEA9}" destId="{F2867D60-4BCC-4BC5-B768-21AFBEDD8AB6}" srcOrd="1" destOrd="0" presId="urn:microsoft.com/office/officeart/2016/7/layout/LinearBlockProcessNumbered"/>
    <dgm:cxn modelId="{5F2CA19F-E2F2-49BB-808F-7650722EC756}" type="presOf" srcId="{3490856C-E987-4FA0-BBF2-D2E44D6F7C49}" destId="{8FC00FE1-9FB5-4205-8EC2-AC33C5150A18}" srcOrd="0" destOrd="0" presId="urn:microsoft.com/office/officeart/2016/7/layout/LinearBlockProcessNumbered"/>
    <dgm:cxn modelId="{F2B0F8C7-5756-4643-B25A-C731E6F55743}" type="presOf" srcId="{1B3C7535-3E90-4AD2-AB3B-E71E77520AEC}" destId="{CA901E9E-A107-40A4-A818-2366F09EF79E}" srcOrd="0" destOrd="0" presId="urn:microsoft.com/office/officeart/2016/7/layout/LinearBlockProcessNumbered"/>
    <dgm:cxn modelId="{0E85D2D0-DE78-4E96-AE7D-D1C129F53278}" type="presOf" srcId="{5FDB0C15-DDE3-4FF6-AC2D-CDC8E88D9E5C}" destId="{2332E0E4-F0A6-4B95-A384-D06A0C2568BB}" srcOrd="0" destOrd="0" presId="urn:microsoft.com/office/officeart/2016/7/layout/LinearBlockProcessNumbered"/>
    <dgm:cxn modelId="{BEF186D8-C4A3-4EE3-B9B0-1CB6A14D26F7}" type="presOf" srcId="{0B13F4DA-49CB-4F8C-B97F-DE83A4E92529}" destId="{82B13F98-A2DB-45EE-8675-A1567BB180AE}" srcOrd="0" destOrd="0" presId="urn:microsoft.com/office/officeart/2016/7/layout/LinearBlockProcessNumbered"/>
    <dgm:cxn modelId="{B9DE7DE0-AF1B-4ED7-BF6D-0BF3D97B85CB}" type="presOf" srcId="{9177FD5F-F834-4C49-B6BD-97E34473BDEB}" destId="{99F7F97B-4E07-42C5-90EA-2C670A742BE9}" srcOrd="0" destOrd="0" presId="urn:microsoft.com/office/officeart/2016/7/layout/LinearBlockProcessNumbered"/>
    <dgm:cxn modelId="{F7BE1DE5-26D5-4737-9883-2F90F49099B9}" type="presOf" srcId="{37AA4EEB-E2C2-4965-BF63-DE47464C4E2B}" destId="{D79B28AF-969A-499A-A5F5-D2288823E651}" srcOrd="0" destOrd="0" presId="urn:microsoft.com/office/officeart/2016/7/layout/LinearBlockProcessNumbered"/>
    <dgm:cxn modelId="{162BF247-5541-48FB-B2A3-7F8F21CC543D}" type="presParOf" srcId="{CA901E9E-A107-40A4-A818-2366F09EF79E}" destId="{4613538B-7B8B-4234-A519-C9E6B9570AFA}" srcOrd="0" destOrd="0" presId="urn:microsoft.com/office/officeart/2016/7/layout/LinearBlockProcessNumbered"/>
    <dgm:cxn modelId="{3153A1F0-E9E8-4F98-B3BF-84857D633A06}" type="presParOf" srcId="{4613538B-7B8B-4234-A519-C9E6B9570AFA}" destId="{2332E0E4-F0A6-4B95-A384-D06A0C2568BB}" srcOrd="0" destOrd="0" presId="urn:microsoft.com/office/officeart/2016/7/layout/LinearBlockProcessNumbered"/>
    <dgm:cxn modelId="{E40889E9-AC2E-4FB5-87A9-A3E9C8BAC22C}" type="presParOf" srcId="{4613538B-7B8B-4234-A519-C9E6B9570AFA}" destId="{D79B28AF-969A-499A-A5F5-D2288823E651}" srcOrd="1" destOrd="0" presId="urn:microsoft.com/office/officeart/2016/7/layout/LinearBlockProcessNumbered"/>
    <dgm:cxn modelId="{A02D0E9F-6E5D-4754-BA3D-457CA3F0D30F}" type="presParOf" srcId="{4613538B-7B8B-4234-A519-C9E6B9570AFA}" destId="{0FF43372-1B33-4843-8807-B6B5963A055A}" srcOrd="2" destOrd="0" presId="urn:microsoft.com/office/officeart/2016/7/layout/LinearBlockProcessNumbered"/>
    <dgm:cxn modelId="{FCBBF2FC-7000-4FEB-AA32-3089EDE4E7C7}" type="presParOf" srcId="{CA901E9E-A107-40A4-A818-2366F09EF79E}" destId="{3AB49DE2-00BE-42FF-BC9E-96E697B74F43}" srcOrd="1" destOrd="0" presId="urn:microsoft.com/office/officeart/2016/7/layout/LinearBlockProcessNumbered"/>
    <dgm:cxn modelId="{692A4A72-59C7-4C38-8101-5C70E465E5F8}" type="presParOf" srcId="{CA901E9E-A107-40A4-A818-2366F09EF79E}" destId="{5E00766D-F60C-4D2B-8998-DC23325DA914}" srcOrd="2" destOrd="0" presId="urn:microsoft.com/office/officeart/2016/7/layout/LinearBlockProcessNumbered"/>
    <dgm:cxn modelId="{65A9D199-12EC-41C6-893F-C1F3AA8F99AC}" type="presParOf" srcId="{5E00766D-F60C-4D2B-8998-DC23325DA914}" destId="{99F7F97B-4E07-42C5-90EA-2C670A742BE9}" srcOrd="0" destOrd="0" presId="urn:microsoft.com/office/officeart/2016/7/layout/LinearBlockProcessNumbered"/>
    <dgm:cxn modelId="{787614B5-759E-4663-AB24-D38DF41FF872}" type="presParOf" srcId="{5E00766D-F60C-4D2B-8998-DC23325DA914}" destId="{8FC00FE1-9FB5-4205-8EC2-AC33C5150A18}" srcOrd="1" destOrd="0" presId="urn:microsoft.com/office/officeart/2016/7/layout/LinearBlockProcessNumbered"/>
    <dgm:cxn modelId="{21A88A0B-E7CE-422A-94CF-187EED618877}" type="presParOf" srcId="{5E00766D-F60C-4D2B-8998-DC23325DA914}" destId="{2DB4B6F9-E541-4FDF-913E-1279A3E806F0}" srcOrd="2" destOrd="0" presId="urn:microsoft.com/office/officeart/2016/7/layout/LinearBlockProcessNumbered"/>
    <dgm:cxn modelId="{EAFF0BF4-3BC5-4698-9AFD-57BB7B0F311A}" type="presParOf" srcId="{CA901E9E-A107-40A4-A818-2366F09EF79E}" destId="{3B8208C6-8F43-48C0-9FC0-C5E04D6DE1C7}" srcOrd="3" destOrd="0" presId="urn:microsoft.com/office/officeart/2016/7/layout/LinearBlockProcessNumbered"/>
    <dgm:cxn modelId="{1123B15C-682E-438A-912A-B3785A3495BA}" type="presParOf" srcId="{CA901E9E-A107-40A4-A818-2366F09EF79E}" destId="{C3B701B0-DDA0-42CF-AD2E-B0093BE06273}" srcOrd="4" destOrd="0" presId="urn:microsoft.com/office/officeart/2016/7/layout/LinearBlockProcessNumbered"/>
    <dgm:cxn modelId="{008D9FBC-ADFA-4EDC-85BB-F058947A1836}" type="presParOf" srcId="{C3B701B0-DDA0-42CF-AD2E-B0093BE06273}" destId="{861848A0-8FE6-4494-9ABF-BC748771DCC2}" srcOrd="0" destOrd="0" presId="urn:microsoft.com/office/officeart/2016/7/layout/LinearBlockProcessNumbered"/>
    <dgm:cxn modelId="{176E54FA-17E0-4C0C-84FB-5C11F724EC31}" type="presParOf" srcId="{C3B701B0-DDA0-42CF-AD2E-B0093BE06273}" destId="{82B13F98-A2DB-45EE-8675-A1567BB180AE}" srcOrd="1" destOrd="0" presId="urn:microsoft.com/office/officeart/2016/7/layout/LinearBlockProcessNumbered"/>
    <dgm:cxn modelId="{23BF53DD-FF37-46D1-9C3C-CC652132BE85}" type="presParOf" srcId="{C3B701B0-DDA0-42CF-AD2E-B0093BE06273}" destId="{F2867D60-4BCC-4BC5-B768-21AFBEDD8AB6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F12D4C7-3A4D-4C70-A42D-03F8EC8E03D8}" type="doc">
      <dgm:prSet loTypeId="urn:microsoft.com/office/officeart/2005/8/layout/vList5" loCatId="list" qsTypeId="urn:microsoft.com/office/officeart/2005/8/quickstyle/simple5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494415C6-E834-4876-9F3F-C546BE1129A2}">
      <dgm:prSet/>
      <dgm:spPr/>
      <dgm:t>
        <a:bodyPr/>
        <a:lstStyle/>
        <a:p>
          <a:r>
            <a:rPr lang="ru-RU" b="1"/>
            <a:t>Классический регулятор</a:t>
          </a:r>
          <a:r>
            <a:rPr lang="en-US" b="1"/>
            <a:t> (</a:t>
          </a:r>
          <a:r>
            <a:rPr lang="ru-RU"/>
            <a:t>Умный термостат</a:t>
          </a:r>
          <a:r>
            <a:rPr lang="en-US" b="1"/>
            <a:t>)</a:t>
          </a:r>
          <a:endParaRPr lang="en-US"/>
        </a:p>
      </dgm:t>
    </dgm:pt>
    <dgm:pt modelId="{6B2D9F8B-C023-4955-9076-A3CF702ABA86}" type="parTrans" cxnId="{ED0C609C-4B75-4F39-A871-7D7AA6C8720D}">
      <dgm:prSet/>
      <dgm:spPr/>
      <dgm:t>
        <a:bodyPr/>
        <a:lstStyle/>
        <a:p>
          <a:endParaRPr lang="en-US"/>
        </a:p>
      </dgm:t>
    </dgm:pt>
    <dgm:pt modelId="{8D082574-4428-462F-BD22-8B3BDD3DA287}" type="sibTrans" cxnId="{ED0C609C-4B75-4F39-A871-7D7AA6C8720D}">
      <dgm:prSet/>
      <dgm:spPr/>
      <dgm:t>
        <a:bodyPr/>
        <a:lstStyle/>
        <a:p>
          <a:endParaRPr lang="en-US"/>
        </a:p>
      </dgm:t>
    </dgm:pt>
    <dgm:pt modelId="{78FA633E-3DF8-4454-916A-2BE65CA374D9}">
      <dgm:prSet/>
      <dgm:spPr/>
      <dgm:t>
        <a:bodyPr/>
        <a:lstStyle/>
        <a:p>
          <a:r>
            <a:rPr lang="ru-RU" b="1"/>
            <a:t>Современная разработка</a:t>
          </a:r>
          <a:r>
            <a:rPr lang="en-US" b="1"/>
            <a:t> (</a:t>
          </a:r>
          <a:r>
            <a:rPr lang="ru-RU"/>
            <a:t>Процесс автоматического развертывания кода</a:t>
          </a:r>
          <a:r>
            <a:rPr lang="en-US" b="1"/>
            <a:t>)</a:t>
          </a:r>
          <a:endParaRPr lang="en-US"/>
        </a:p>
      </dgm:t>
    </dgm:pt>
    <dgm:pt modelId="{7CDDA232-630F-47E2-A3AD-8485D9881BD8}" type="parTrans" cxnId="{EF0586AC-13CD-4698-A9F5-491FCF7F3949}">
      <dgm:prSet/>
      <dgm:spPr/>
      <dgm:t>
        <a:bodyPr/>
        <a:lstStyle/>
        <a:p>
          <a:endParaRPr lang="en-US"/>
        </a:p>
      </dgm:t>
    </dgm:pt>
    <dgm:pt modelId="{98F0316D-BC8A-44D7-A338-64C5784AAE32}" type="sibTrans" cxnId="{EF0586AC-13CD-4698-A9F5-491FCF7F3949}">
      <dgm:prSet/>
      <dgm:spPr/>
      <dgm:t>
        <a:bodyPr/>
        <a:lstStyle/>
        <a:p>
          <a:endParaRPr lang="en-US"/>
        </a:p>
      </dgm:t>
    </dgm:pt>
    <dgm:pt modelId="{2621686C-DB74-4A92-AE1E-B2DE75F07E92}">
      <dgm:prSet/>
      <dgm:spPr/>
      <dgm:t>
        <a:bodyPr/>
        <a:lstStyle/>
        <a:p>
          <a:r>
            <a:rPr lang="ru-RU" b="1"/>
            <a:t>Машинное обучение</a:t>
          </a:r>
          <a:endParaRPr lang="en-US"/>
        </a:p>
      </dgm:t>
    </dgm:pt>
    <dgm:pt modelId="{EE1BD517-FB4A-481C-B0C0-45E7CF5A0D92}" type="parTrans" cxnId="{8660D715-FE67-418E-B04F-029BDD72B0C0}">
      <dgm:prSet/>
      <dgm:spPr/>
      <dgm:t>
        <a:bodyPr/>
        <a:lstStyle/>
        <a:p>
          <a:endParaRPr lang="en-US"/>
        </a:p>
      </dgm:t>
    </dgm:pt>
    <dgm:pt modelId="{E18890D9-4CB1-4657-8E0F-1C600D383C09}" type="sibTrans" cxnId="{8660D715-FE67-418E-B04F-029BDD72B0C0}">
      <dgm:prSet/>
      <dgm:spPr/>
      <dgm:t>
        <a:bodyPr/>
        <a:lstStyle/>
        <a:p>
          <a:endParaRPr lang="en-US"/>
        </a:p>
      </dgm:t>
    </dgm:pt>
    <dgm:pt modelId="{D695DB8A-2B61-4BB9-AEE0-CEE5ED68B907}" type="pres">
      <dgm:prSet presAssocID="{BF12D4C7-3A4D-4C70-A42D-03F8EC8E03D8}" presName="Name0" presStyleCnt="0">
        <dgm:presLayoutVars>
          <dgm:dir/>
          <dgm:animLvl val="lvl"/>
          <dgm:resizeHandles val="exact"/>
        </dgm:presLayoutVars>
      </dgm:prSet>
      <dgm:spPr/>
    </dgm:pt>
    <dgm:pt modelId="{1192E978-CB40-4884-A845-D2CF1FAEA24B}" type="pres">
      <dgm:prSet presAssocID="{494415C6-E834-4876-9F3F-C546BE1129A2}" presName="linNode" presStyleCnt="0"/>
      <dgm:spPr/>
    </dgm:pt>
    <dgm:pt modelId="{B8AC900C-398C-418F-BD2F-44786A3F79D1}" type="pres">
      <dgm:prSet presAssocID="{494415C6-E834-4876-9F3F-C546BE1129A2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E5114820-48BF-49F2-AF86-2E352021C328}" type="pres">
      <dgm:prSet presAssocID="{8D082574-4428-462F-BD22-8B3BDD3DA287}" presName="sp" presStyleCnt="0"/>
      <dgm:spPr/>
    </dgm:pt>
    <dgm:pt modelId="{86DFEBF8-61D8-4E83-AB9C-B3AD3D5CAF2E}" type="pres">
      <dgm:prSet presAssocID="{78FA633E-3DF8-4454-916A-2BE65CA374D9}" presName="linNode" presStyleCnt="0"/>
      <dgm:spPr/>
    </dgm:pt>
    <dgm:pt modelId="{D37E5FFD-0EA4-47C4-81C8-F15398DC664C}" type="pres">
      <dgm:prSet presAssocID="{78FA633E-3DF8-4454-916A-2BE65CA374D9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BE20D770-D6A8-404A-8A1D-6F7DE06A0C06}" type="pres">
      <dgm:prSet presAssocID="{98F0316D-BC8A-44D7-A338-64C5784AAE32}" presName="sp" presStyleCnt="0"/>
      <dgm:spPr/>
    </dgm:pt>
    <dgm:pt modelId="{E145E651-3C6B-4561-9EB2-16D936B2954F}" type="pres">
      <dgm:prSet presAssocID="{2621686C-DB74-4A92-AE1E-B2DE75F07E92}" presName="linNode" presStyleCnt="0"/>
      <dgm:spPr/>
    </dgm:pt>
    <dgm:pt modelId="{F4579399-E655-4909-B9D0-3157B6BFD1C5}" type="pres">
      <dgm:prSet presAssocID="{2621686C-DB74-4A92-AE1E-B2DE75F07E92}" presName="parentText" presStyleLbl="node1" presStyleIdx="2" presStyleCnt="3">
        <dgm:presLayoutVars>
          <dgm:chMax val="1"/>
          <dgm:bulletEnabled val="1"/>
        </dgm:presLayoutVars>
      </dgm:prSet>
      <dgm:spPr/>
    </dgm:pt>
  </dgm:ptLst>
  <dgm:cxnLst>
    <dgm:cxn modelId="{8660D715-FE67-418E-B04F-029BDD72B0C0}" srcId="{BF12D4C7-3A4D-4C70-A42D-03F8EC8E03D8}" destId="{2621686C-DB74-4A92-AE1E-B2DE75F07E92}" srcOrd="2" destOrd="0" parTransId="{EE1BD517-FB4A-481C-B0C0-45E7CF5A0D92}" sibTransId="{E18890D9-4CB1-4657-8E0F-1C600D383C09}"/>
    <dgm:cxn modelId="{AC3E1430-AD80-4F1D-938A-22E712626906}" type="presOf" srcId="{494415C6-E834-4876-9F3F-C546BE1129A2}" destId="{B8AC900C-398C-418F-BD2F-44786A3F79D1}" srcOrd="0" destOrd="0" presId="urn:microsoft.com/office/officeart/2005/8/layout/vList5"/>
    <dgm:cxn modelId="{ED0C609C-4B75-4F39-A871-7D7AA6C8720D}" srcId="{BF12D4C7-3A4D-4C70-A42D-03F8EC8E03D8}" destId="{494415C6-E834-4876-9F3F-C546BE1129A2}" srcOrd="0" destOrd="0" parTransId="{6B2D9F8B-C023-4955-9076-A3CF702ABA86}" sibTransId="{8D082574-4428-462F-BD22-8B3BDD3DA287}"/>
    <dgm:cxn modelId="{EF0586AC-13CD-4698-A9F5-491FCF7F3949}" srcId="{BF12D4C7-3A4D-4C70-A42D-03F8EC8E03D8}" destId="{78FA633E-3DF8-4454-916A-2BE65CA374D9}" srcOrd="1" destOrd="0" parTransId="{7CDDA232-630F-47E2-A3AD-8485D9881BD8}" sibTransId="{98F0316D-BC8A-44D7-A338-64C5784AAE32}"/>
    <dgm:cxn modelId="{07A625BC-426E-4712-AE43-EC128F5FBB67}" type="presOf" srcId="{BF12D4C7-3A4D-4C70-A42D-03F8EC8E03D8}" destId="{D695DB8A-2B61-4BB9-AEE0-CEE5ED68B907}" srcOrd="0" destOrd="0" presId="urn:microsoft.com/office/officeart/2005/8/layout/vList5"/>
    <dgm:cxn modelId="{55CB92C7-A5DF-42D0-9C0B-FB7362DDE7D6}" type="presOf" srcId="{2621686C-DB74-4A92-AE1E-B2DE75F07E92}" destId="{F4579399-E655-4909-B9D0-3157B6BFD1C5}" srcOrd="0" destOrd="0" presId="urn:microsoft.com/office/officeart/2005/8/layout/vList5"/>
    <dgm:cxn modelId="{34ACF6D0-DF9E-49BD-AD6C-7CD41BDB3319}" type="presOf" srcId="{78FA633E-3DF8-4454-916A-2BE65CA374D9}" destId="{D37E5FFD-0EA4-47C4-81C8-F15398DC664C}" srcOrd="0" destOrd="0" presId="urn:microsoft.com/office/officeart/2005/8/layout/vList5"/>
    <dgm:cxn modelId="{EE413156-DFB4-45E8-9AE7-F84EA6006F96}" type="presParOf" srcId="{D695DB8A-2B61-4BB9-AEE0-CEE5ED68B907}" destId="{1192E978-CB40-4884-A845-D2CF1FAEA24B}" srcOrd="0" destOrd="0" presId="urn:microsoft.com/office/officeart/2005/8/layout/vList5"/>
    <dgm:cxn modelId="{D1EC7B55-8452-4CE4-9E22-4F1BB249DC5A}" type="presParOf" srcId="{1192E978-CB40-4884-A845-D2CF1FAEA24B}" destId="{B8AC900C-398C-418F-BD2F-44786A3F79D1}" srcOrd="0" destOrd="0" presId="urn:microsoft.com/office/officeart/2005/8/layout/vList5"/>
    <dgm:cxn modelId="{27F1DDD1-9672-4988-A846-E22B6A2079C9}" type="presParOf" srcId="{D695DB8A-2B61-4BB9-AEE0-CEE5ED68B907}" destId="{E5114820-48BF-49F2-AF86-2E352021C328}" srcOrd="1" destOrd="0" presId="urn:microsoft.com/office/officeart/2005/8/layout/vList5"/>
    <dgm:cxn modelId="{04D61CDE-2390-4A94-8314-7FC8215F7F92}" type="presParOf" srcId="{D695DB8A-2B61-4BB9-AEE0-CEE5ED68B907}" destId="{86DFEBF8-61D8-4E83-AB9C-B3AD3D5CAF2E}" srcOrd="2" destOrd="0" presId="urn:microsoft.com/office/officeart/2005/8/layout/vList5"/>
    <dgm:cxn modelId="{8DA1424F-C24F-4805-B0CC-E86AF84BEBB9}" type="presParOf" srcId="{86DFEBF8-61D8-4E83-AB9C-B3AD3D5CAF2E}" destId="{D37E5FFD-0EA4-47C4-81C8-F15398DC664C}" srcOrd="0" destOrd="0" presId="urn:microsoft.com/office/officeart/2005/8/layout/vList5"/>
    <dgm:cxn modelId="{2EEFA932-A1A5-4FA5-BE1D-5867AC91CF49}" type="presParOf" srcId="{D695DB8A-2B61-4BB9-AEE0-CEE5ED68B907}" destId="{BE20D770-D6A8-404A-8A1D-6F7DE06A0C06}" srcOrd="3" destOrd="0" presId="urn:microsoft.com/office/officeart/2005/8/layout/vList5"/>
    <dgm:cxn modelId="{6E4B4BCA-4F3D-4B2B-9A1B-3B9E1DDA288B}" type="presParOf" srcId="{D695DB8A-2B61-4BB9-AEE0-CEE5ED68B907}" destId="{E145E651-3C6B-4561-9EB2-16D936B2954F}" srcOrd="4" destOrd="0" presId="urn:microsoft.com/office/officeart/2005/8/layout/vList5"/>
    <dgm:cxn modelId="{DEEF40A2-D536-4FEF-88AC-AF1D118C4558}" type="presParOf" srcId="{E145E651-3C6B-4561-9EB2-16D936B2954F}" destId="{F4579399-E655-4909-B9D0-3157B6BFD1C5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4A5E232-D6A1-4394-A822-9534565E7188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C5F0006E-76C2-4A78-A751-F247F904E277}">
      <dgm:prSet/>
      <dgm:spPr/>
      <dgm:t>
        <a:bodyPr/>
        <a:lstStyle/>
        <a:p>
          <a:r>
            <a:rPr lang="ru-RU"/>
            <a:t>Кибернетический подход позволяет </a:t>
          </a:r>
          <a:r>
            <a:rPr lang="ru-RU" b="1"/>
            <a:t>абстрагироваться</a:t>
          </a:r>
          <a:r>
            <a:rPr lang="ru-RU"/>
            <a:t> от деталей реализации и смотреть на систему </a:t>
          </a:r>
          <a:r>
            <a:rPr lang="ru-RU" b="1"/>
            <a:t>функционально</a:t>
          </a:r>
          <a:r>
            <a:rPr lang="ru-RU"/>
            <a:t>: что она должна делать, а не как она написана .</a:t>
          </a:r>
          <a:endParaRPr lang="en-US"/>
        </a:p>
      </dgm:t>
    </dgm:pt>
    <dgm:pt modelId="{063FAB1D-C8E1-4628-B4B1-104621BB82CF}" type="parTrans" cxnId="{C1EACD01-38AF-496C-AE31-A2DAB8BB911B}">
      <dgm:prSet/>
      <dgm:spPr/>
      <dgm:t>
        <a:bodyPr/>
        <a:lstStyle/>
        <a:p>
          <a:endParaRPr lang="en-US"/>
        </a:p>
      </dgm:t>
    </dgm:pt>
    <dgm:pt modelId="{5DF89947-FDAA-4C24-B5DD-7BAA0408E8A8}" type="sibTrans" cxnId="{C1EACD01-38AF-496C-AE31-A2DAB8BB911B}">
      <dgm:prSet/>
      <dgm:spPr/>
      <dgm:t>
        <a:bodyPr/>
        <a:lstStyle/>
        <a:p>
          <a:endParaRPr lang="en-US"/>
        </a:p>
      </dgm:t>
    </dgm:pt>
    <dgm:pt modelId="{51AC2D9E-823C-4736-A755-DE9E4E348D06}">
      <dgm:prSet/>
      <dgm:spPr/>
      <dgm:t>
        <a:bodyPr/>
        <a:lstStyle/>
        <a:p>
          <a:r>
            <a:rPr lang="ru-RU"/>
            <a:t>Он дает готовый язык для описания архитектуры: "модуль ввода", "блок обработки", "канал обратной связи".</a:t>
          </a:r>
          <a:endParaRPr lang="en-US"/>
        </a:p>
      </dgm:t>
    </dgm:pt>
    <dgm:pt modelId="{EB17567E-7379-4E3A-8A28-B3000961D302}" type="parTrans" cxnId="{642B6DD1-E4D6-46FB-B79D-A69B5EBB4ECA}">
      <dgm:prSet/>
      <dgm:spPr/>
      <dgm:t>
        <a:bodyPr/>
        <a:lstStyle/>
        <a:p>
          <a:endParaRPr lang="en-US"/>
        </a:p>
      </dgm:t>
    </dgm:pt>
    <dgm:pt modelId="{AB0D0558-640F-40DB-A2B3-8D7FCC4A891C}" type="sibTrans" cxnId="{642B6DD1-E4D6-46FB-B79D-A69B5EBB4ECA}">
      <dgm:prSet/>
      <dgm:spPr/>
      <dgm:t>
        <a:bodyPr/>
        <a:lstStyle/>
        <a:p>
          <a:endParaRPr lang="en-US"/>
        </a:p>
      </dgm:t>
    </dgm:pt>
    <dgm:pt modelId="{05258A69-8DD0-48CE-98DB-81CECF7C5BF9}">
      <dgm:prSet/>
      <dgm:spPr/>
      <dgm:t>
        <a:bodyPr/>
        <a:lstStyle/>
        <a:p>
          <a:r>
            <a:rPr lang="ru-RU"/>
            <a:t>Это </a:t>
          </a:r>
          <a:r>
            <a:rPr lang="ru-RU" b="1"/>
            <a:t>мост между технической реализацией и теорией управления</a:t>
          </a:r>
          <a:r>
            <a:rPr lang="ru-RU"/>
            <a:t>.</a:t>
          </a:r>
          <a:endParaRPr lang="en-US"/>
        </a:p>
      </dgm:t>
    </dgm:pt>
    <dgm:pt modelId="{A84C33F3-E610-4454-9343-6915A99A2F7B}" type="parTrans" cxnId="{0EC5C2DF-F5CC-4085-A63B-CB0B707DCA33}">
      <dgm:prSet/>
      <dgm:spPr/>
      <dgm:t>
        <a:bodyPr/>
        <a:lstStyle/>
        <a:p>
          <a:endParaRPr lang="en-US"/>
        </a:p>
      </dgm:t>
    </dgm:pt>
    <dgm:pt modelId="{BB97757C-B0DD-4A31-AD72-BE5B1CADBE0C}" type="sibTrans" cxnId="{0EC5C2DF-F5CC-4085-A63B-CB0B707DCA33}">
      <dgm:prSet/>
      <dgm:spPr/>
      <dgm:t>
        <a:bodyPr/>
        <a:lstStyle/>
        <a:p>
          <a:endParaRPr lang="en-US"/>
        </a:p>
      </dgm:t>
    </dgm:pt>
    <dgm:pt modelId="{7F9620F6-7170-4F24-A099-11B7B2393756}" type="pres">
      <dgm:prSet presAssocID="{74A5E232-D6A1-4394-A822-9534565E7188}" presName="vert0" presStyleCnt="0">
        <dgm:presLayoutVars>
          <dgm:dir/>
          <dgm:animOne val="branch"/>
          <dgm:animLvl val="lvl"/>
        </dgm:presLayoutVars>
      </dgm:prSet>
      <dgm:spPr/>
    </dgm:pt>
    <dgm:pt modelId="{86EC118F-059A-4A17-849B-0E467A1C18F1}" type="pres">
      <dgm:prSet presAssocID="{C5F0006E-76C2-4A78-A751-F247F904E277}" presName="thickLine" presStyleLbl="alignNode1" presStyleIdx="0" presStyleCnt="3"/>
      <dgm:spPr/>
    </dgm:pt>
    <dgm:pt modelId="{7FDAED74-4EA7-4711-B930-BEDC161ECD1E}" type="pres">
      <dgm:prSet presAssocID="{C5F0006E-76C2-4A78-A751-F247F904E277}" presName="horz1" presStyleCnt="0"/>
      <dgm:spPr/>
    </dgm:pt>
    <dgm:pt modelId="{854A392B-DD76-494D-B2E5-F2F4AE253AE5}" type="pres">
      <dgm:prSet presAssocID="{C5F0006E-76C2-4A78-A751-F247F904E277}" presName="tx1" presStyleLbl="revTx" presStyleIdx="0" presStyleCnt="3"/>
      <dgm:spPr/>
    </dgm:pt>
    <dgm:pt modelId="{3BF11739-62F3-4D3F-866E-62327A9353E0}" type="pres">
      <dgm:prSet presAssocID="{C5F0006E-76C2-4A78-A751-F247F904E277}" presName="vert1" presStyleCnt="0"/>
      <dgm:spPr/>
    </dgm:pt>
    <dgm:pt modelId="{6B0DE971-3480-47A5-B1BA-616002BD9A36}" type="pres">
      <dgm:prSet presAssocID="{51AC2D9E-823C-4736-A755-DE9E4E348D06}" presName="thickLine" presStyleLbl="alignNode1" presStyleIdx="1" presStyleCnt="3"/>
      <dgm:spPr/>
    </dgm:pt>
    <dgm:pt modelId="{69213D95-0463-4349-9E85-7CB49BC8B342}" type="pres">
      <dgm:prSet presAssocID="{51AC2D9E-823C-4736-A755-DE9E4E348D06}" presName="horz1" presStyleCnt="0"/>
      <dgm:spPr/>
    </dgm:pt>
    <dgm:pt modelId="{CE85CE89-ABB7-433E-B342-D78929E21DE5}" type="pres">
      <dgm:prSet presAssocID="{51AC2D9E-823C-4736-A755-DE9E4E348D06}" presName="tx1" presStyleLbl="revTx" presStyleIdx="1" presStyleCnt="3"/>
      <dgm:spPr/>
    </dgm:pt>
    <dgm:pt modelId="{E07539A5-EDE9-42C0-AAA9-3C59C9770268}" type="pres">
      <dgm:prSet presAssocID="{51AC2D9E-823C-4736-A755-DE9E4E348D06}" presName="vert1" presStyleCnt="0"/>
      <dgm:spPr/>
    </dgm:pt>
    <dgm:pt modelId="{EEEC48EE-CC6F-4B2F-A8D1-611E696A64DC}" type="pres">
      <dgm:prSet presAssocID="{05258A69-8DD0-48CE-98DB-81CECF7C5BF9}" presName="thickLine" presStyleLbl="alignNode1" presStyleIdx="2" presStyleCnt="3"/>
      <dgm:spPr/>
    </dgm:pt>
    <dgm:pt modelId="{6BCB0DA3-5B91-4940-B6BC-281CAF889443}" type="pres">
      <dgm:prSet presAssocID="{05258A69-8DD0-48CE-98DB-81CECF7C5BF9}" presName="horz1" presStyleCnt="0"/>
      <dgm:spPr/>
    </dgm:pt>
    <dgm:pt modelId="{6ACB719B-E048-4F1C-A589-A5E37AE07D79}" type="pres">
      <dgm:prSet presAssocID="{05258A69-8DD0-48CE-98DB-81CECF7C5BF9}" presName="tx1" presStyleLbl="revTx" presStyleIdx="2" presStyleCnt="3"/>
      <dgm:spPr/>
    </dgm:pt>
    <dgm:pt modelId="{39783485-1EE4-4FF6-87FE-4C809E58CC07}" type="pres">
      <dgm:prSet presAssocID="{05258A69-8DD0-48CE-98DB-81CECF7C5BF9}" presName="vert1" presStyleCnt="0"/>
      <dgm:spPr/>
    </dgm:pt>
  </dgm:ptLst>
  <dgm:cxnLst>
    <dgm:cxn modelId="{C1EACD01-38AF-496C-AE31-A2DAB8BB911B}" srcId="{74A5E232-D6A1-4394-A822-9534565E7188}" destId="{C5F0006E-76C2-4A78-A751-F247F904E277}" srcOrd="0" destOrd="0" parTransId="{063FAB1D-C8E1-4628-B4B1-104621BB82CF}" sibTransId="{5DF89947-FDAA-4C24-B5DD-7BAA0408E8A8}"/>
    <dgm:cxn modelId="{54D9CB07-81C1-4849-8323-2E73ABB2F26E}" type="presOf" srcId="{74A5E232-D6A1-4394-A822-9534565E7188}" destId="{7F9620F6-7170-4F24-A099-11B7B2393756}" srcOrd="0" destOrd="0" presId="urn:microsoft.com/office/officeart/2008/layout/LinedList"/>
    <dgm:cxn modelId="{B380C751-ED14-48D2-9D85-EA8AFB17F9CB}" type="presOf" srcId="{51AC2D9E-823C-4736-A755-DE9E4E348D06}" destId="{CE85CE89-ABB7-433E-B342-D78929E21DE5}" srcOrd="0" destOrd="0" presId="urn:microsoft.com/office/officeart/2008/layout/LinedList"/>
    <dgm:cxn modelId="{F0E295C5-E797-40AA-B5EF-AF8A8BCBD70E}" type="presOf" srcId="{C5F0006E-76C2-4A78-A751-F247F904E277}" destId="{854A392B-DD76-494D-B2E5-F2F4AE253AE5}" srcOrd="0" destOrd="0" presId="urn:microsoft.com/office/officeart/2008/layout/LinedList"/>
    <dgm:cxn modelId="{642B6DD1-E4D6-46FB-B79D-A69B5EBB4ECA}" srcId="{74A5E232-D6A1-4394-A822-9534565E7188}" destId="{51AC2D9E-823C-4736-A755-DE9E4E348D06}" srcOrd="1" destOrd="0" parTransId="{EB17567E-7379-4E3A-8A28-B3000961D302}" sibTransId="{AB0D0558-640F-40DB-A2B3-8D7FCC4A891C}"/>
    <dgm:cxn modelId="{0EC5C2DF-F5CC-4085-A63B-CB0B707DCA33}" srcId="{74A5E232-D6A1-4394-A822-9534565E7188}" destId="{05258A69-8DD0-48CE-98DB-81CECF7C5BF9}" srcOrd="2" destOrd="0" parTransId="{A84C33F3-E610-4454-9343-6915A99A2F7B}" sibTransId="{BB97757C-B0DD-4A31-AD72-BE5B1CADBE0C}"/>
    <dgm:cxn modelId="{C6357BE3-461F-433A-8DEC-A62E2E2191D8}" type="presOf" srcId="{05258A69-8DD0-48CE-98DB-81CECF7C5BF9}" destId="{6ACB719B-E048-4F1C-A589-A5E37AE07D79}" srcOrd="0" destOrd="0" presId="urn:microsoft.com/office/officeart/2008/layout/LinedList"/>
    <dgm:cxn modelId="{A6CC2CD4-819F-488D-92FE-631A4EE73DC0}" type="presParOf" srcId="{7F9620F6-7170-4F24-A099-11B7B2393756}" destId="{86EC118F-059A-4A17-849B-0E467A1C18F1}" srcOrd="0" destOrd="0" presId="urn:microsoft.com/office/officeart/2008/layout/LinedList"/>
    <dgm:cxn modelId="{9C3B380B-AA44-4B1F-B666-D643B665876D}" type="presParOf" srcId="{7F9620F6-7170-4F24-A099-11B7B2393756}" destId="{7FDAED74-4EA7-4711-B930-BEDC161ECD1E}" srcOrd="1" destOrd="0" presId="urn:microsoft.com/office/officeart/2008/layout/LinedList"/>
    <dgm:cxn modelId="{2378D413-DF89-4416-9363-15674EB10C21}" type="presParOf" srcId="{7FDAED74-4EA7-4711-B930-BEDC161ECD1E}" destId="{854A392B-DD76-494D-B2E5-F2F4AE253AE5}" srcOrd="0" destOrd="0" presId="urn:microsoft.com/office/officeart/2008/layout/LinedList"/>
    <dgm:cxn modelId="{0267F947-5736-471D-88D1-69C1297963BE}" type="presParOf" srcId="{7FDAED74-4EA7-4711-B930-BEDC161ECD1E}" destId="{3BF11739-62F3-4D3F-866E-62327A9353E0}" srcOrd="1" destOrd="0" presId="urn:microsoft.com/office/officeart/2008/layout/LinedList"/>
    <dgm:cxn modelId="{E3871AE9-45DE-4E3F-A49C-EBD066FD9056}" type="presParOf" srcId="{7F9620F6-7170-4F24-A099-11B7B2393756}" destId="{6B0DE971-3480-47A5-B1BA-616002BD9A36}" srcOrd="2" destOrd="0" presId="urn:microsoft.com/office/officeart/2008/layout/LinedList"/>
    <dgm:cxn modelId="{04B35195-0E3D-4DAF-9722-348E485F017D}" type="presParOf" srcId="{7F9620F6-7170-4F24-A099-11B7B2393756}" destId="{69213D95-0463-4349-9E85-7CB49BC8B342}" srcOrd="3" destOrd="0" presId="urn:microsoft.com/office/officeart/2008/layout/LinedList"/>
    <dgm:cxn modelId="{9D398B75-72A6-46CF-B886-DB0B52F89F0A}" type="presParOf" srcId="{69213D95-0463-4349-9E85-7CB49BC8B342}" destId="{CE85CE89-ABB7-433E-B342-D78929E21DE5}" srcOrd="0" destOrd="0" presId="urn:microsoft.com/office/officeart/2008/layout/LinedList"/>
    <dgm:cxn modelId="{7A457FD8-38C3-49B4-AF2D-754848E98B0C}" type="presParOf" srcId="{69213D95-0463-4349-9E85-7CB49BC8B342}" destId="{E07539A5-EDE9-42C0-AAA9-3C59C9770268}" srcOrd="1" destOrd="0" presId="urn:microsoft.com/office/officeart/2008/layout/LinedList"/>
    <dgm:cxn modelId="{71F480A8-7C04-4CBC-A263-D25B2E63AEC2}" type="presParOf" srcId="{7F9620F6-7170-4F24-A099-11B7B2393756}" destId="{EEEC48EE-CC6F-4B2F-A8D1-611E696A64DC}" srcOrd="4" destOrd="0" presId="urn:microsoft.com/office/officeart/2008/layout/LinedList"/>
    <dgm:cxn modelId="{087030EC-570D-4E0F-AA84-55D8A40F4A49}" type="presParOf" srcId="{7F9620F6-7170-4F24-A099-11B7B2393756}" destId="{6BCB0DA3-5B91-4940-B6BC-281CAF889443}" srcOrd="5" destOrd="0" presId="urn:microsoft.com/office/officeart/2008/layout/LinedList"/>
    <dgm:cxn modelId="{368A0124-9416-4F84-81C0-94D1B28C3170}" type="presParOf" srcId="{6BCB0DA3-5B91-4940-B6BC-281CAF889443}" destId="{6ACB719B-E048-4F1C-A589-A5E37AE07D79}" srcOrd="0" destOrd="0" presId="urn:microsoft.com/office/officeart/2008/layout/LinedList"/>
    <dgm:cxn modelId="{BD777537-7F3E-4EB0-895C-5776BEA2EDBA}" type="presParOf" srcId="{6BCB0DA3-5B91-4940-B6BC-281CAF889443}" destId="{39783485-1EE4-4FF6-87FE-4C809E58CC07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332E0E4-F0A6-4B95-A384-D06A0C2568BB}">
      <dsp:nvSpPr>
        <dsp:cNvPr id="0" name=""/>
        <dsp:cNvSpPr/>
      </dsp:nvSpPr>
      <dsp:spPr>
        <a:xfrm>
          <a:off x="853" y="21822"/>
          <a:ext cx="3457633" cy="414916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1537" tIns="0" rIns="341537" bIns="33020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1" kern="1200"/>
            <a:t>Управление</a:t>
          </a:r>
          <a:r>
            <a:rPr lang="ru-RU" sz="2500" kern="1200"/>
            <a:t> — целенаправленное воздействие на систему .</a:t>
          </a:r>
          <a:endParaRPr lang="en-US" sz="2500" kern="1200"/>
        </a:p>
      </dsp:txBody>
      <dsp:txXfrm>
        <a:off x="853" y="1681486"/>
        <a:ext cx="3457633" cy="2489496"/>
      </dsp:txXfrm>
    </dsp:sp>
    <dsp:sp modelId="{D79B28AF-969A-499A-A5F5-D2288823E651}">
      <dsp:nvSpPr>
        <dsp:cNvPr id="0" name=""/>
        <dsp:cNvSpPr/>
      </dsp:nvSpPr>
      <dsp:spPr>
        <a:xfrm>
          <a:off x="853" y="21822"/>
          <a:ext cx="3457633" cy="1659664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1537" tIns="165100" rIns="341537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01</a:t>
          </a:r>
        </a:p>
      </dsp:txBody>
      <dsp:txXfrm>
        <a:off x="853" y="21822"/>
        <a:ext cx="3457633" cy="1659664"/>
      </dsp:txXfrm>
    </dsp:sp>
    <dsp:sp modelId="{99F7F97B-4E07-42C5-90EA-2C670A742BE9}">
      <dsp:nvSpPr>
        <dsp:cNvPr id="0" name=""/>
        <dsp:cNvSpPr/>
      </dsp:nvSpPr>
      <dsp:spPr>
        <a:xfrm>
          <a:off x="3735097" y="21822"/>
          <a:ext cx="3457633" cy="414916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1537" tIns="0" rIns="341537" bIns="33020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1" kern="1200"/>
            <a:t>Информация</a:t>
          </a:r>
          <a:r>
            <a:rPr lang="ru-RU" sz="2500" kern="1200"/>
            <a:t> — то, что передается по каналам связи .</a:t>
          </a:r>
          <a:endParaRPr lang="en-US" sz="2500" kern="1200"/>
        </a:p>
      </dsp:txBody>
      <dsp:txXfrm>
        <a:off x="3735097" y="1681486"/>
        <a:ext cx="3457633" cy="2489496"/>
      </dsp:txXfrm>
    </dsp:sp>
    <dsp:sp modelId="{8FC00FE1-9FB5-4205-8EC2-AC33C5150A18}">
      <dsp:nvSpPr>
        <dsp:cNvPr id="0" name=""/>
        <dsp:cNvSpPr/>
      </dsp:nvSpPr>
      <dsp:spPr>
        <a:xfrm>
          <a:off x="3735097" y="21822"/>
          <a:ext cx="3457633" cy="1659664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1537" tIns="165100" rIns="341537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02</a:t>
          </a:r>
        </a:p>
      </dsp:txBody>
      <dsp:txXfrm>
        <a:off x="3735097" y="21822"/>
        <a:ext cx="3457633" cy="1659664"/>
      </dsp:txXfrm>
    </dsp:sp>
    <dsp:sp modelId="{861848A0-8FE6-4494-9ABF-BC748771DCC2}">
      <dsp:nvSpPr>
        <dsp:cNvPr id="0" name=""/>
        <dsp:cNvSpPr/>
      </dsp:nvSpPr>
      <dsp:spPr>
        <a:xfrm>
          <a:off x="7469341" y="21822"/>
          <a:ext cx="3457633" cy="414916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1537" tIns="0" rIns="341537" bIns="33020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1" kern="1200"/>
            <a:t>Обратная связь</a:t>
          </a:r>
          <a:r>
            <a:rPr lang="ru-RU" sz="2500" kern="1200"/>
            <a:t> — то, что позволяет системе корректировать свое поведение</a:t>
          </a:r>
          <a:endParaRPr lang="en-US" sz="2500" kern="1200"/>
        </a:p>
      </dsp:txBody>
      <dsp:txXfrm>
        <a:off x="7469341" y="1681486"/>
        <a:ext cx="3457633" cy="2489496"/>
      </dsp:txXfrm>
    </dsp:sp>
    <dsp:sp modelId="{82B13F98-A2DB-45EE-8675-A1567BB180AE}">
      <dsp:nvSpPr>
        <dsp:cNvPr id="0" name=""/>
        <dsp:cNvSpPr/>
      </dsp:nvSpPr>
      <dsp:spPr>
        <a:xfrm>
          <a:off x="7469341" y="21822"/>
          <a:ext cx="3457633" cy="1659664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1537" tIns="165100" rIns="341537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03</a:t>
          </a:r>
        </a:p>
      </dsp:txBody>
      <dsp:txXfrm>
        <a:off x="7469341" y="21822"/>
        <a:ext cx="3457633" cy="165966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8AC900C-398C-418F-BD2F-44786A3F79D1}">
      <dsp:nvSpPr>
        <dsp:cNvPr id="0" name=""/>
        <dsp:cNvSpPr/>
      </dsp:nvSpPr>
      <dsp:spPr>
        <a:xfrm>
          <a:off x="3364992" y="2124"/>
          <a:ext cx="3785616" cy="1402286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3820" tIns="41910" rIns="83820" bIns="4191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b="1" kern="1200"/>
            <a:t>Классический регулятор</a:t>
          </a:r>
          <a:r>
            <a:rPr lang="en-US" sz="2200" b="1" kern="1200"/>
            <a:t> (</a:t>
          </a:r>
          <a:r>
            <a:rPr lang="ru-RU" sz="2200" kern="1200"/>
            <a:t>Умный термостат</a:t>
          </a:r>
          <a:r>
            <a:rPr lang="en-US" sz="2200" b="1" kern="1200"/>
            <a:t>)</a:t>
          </a:r>
          <a:endParaRPr lang="en-US" sz="2200" kern="1200"/>
        </a:p>
      </dsp:txBody>
      <dsp:txXfrm>
        <a:off x="3433446" y="70578"/>
        <a:ext cx="3648708" cy="1265378"/>
      </dsp:txXfrm>
    </dsp:sp>
    <dsp:sp modelId="{D37E5FFD-0EA4-47C4-81C8-F15398DC664C}">
      <dsp:nvSpPr>
        <dsp:cNvPr id="0" name=""/>
        <dsp:cNvSpPr/>
      </dsp:nvSpPr>
      <dsp:spPr>
        <a:xfrm>
          <a:off x="3364992" y="1474525"/>
          <a:ext cx="3785616" cy="1402286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3820" tIns="41910" rIns="83820" bIns="4191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b="1" kern="1200"/>
            <a:t>Современная разработка</a:t>
          </a:r>
          <a:r>
            <a:rPr lang="en-US" sz="2200" b="1" kern="1200"/>
            <a:t> (</a:t>
          </a:r>
          <a:r>
            <a:rPr lang="ru-RU" sz="2200" kern="1200"/>
            <a:t>Процесс автоматического развертывания кода</a:t>
          </a:r>
          <a:r>
            <a:rPr lang="en-US" sz="2200" b="1" kern="1200"/>
            <a:t>)</a:t>
          </a:r>
          <a:endParaRPr lang="en-US" sz="2200" kern="1200"/>
        </a:p>
      </dsp:txBody>
      <dsp:txXfrm>
        <a:off x="3433446" y="1542979"/>
        <a:ext cx="3648708" cy="1265378"/>
      </dsp:txXfrm>
    </dsp:sp>
    <dsp:sp modelId="{F4579399-E655-4909-B9D0-3157B6BFD1C5}">
      <dsp:nvSpPr>
        <dsp:cNvPr id="0" name=""/>
        <dsp:cNvSpPr/>
      </dsp:nvSpPr>
      <dsp:spPr>
        <a:xfrm>
          <a:off x="3364992" y="2946926"/>
          <a:ext cx="3785616" cy="1402286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3820" tIns="41910" rIns="83820" bIns="4191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b="1" kern="1200"/>
            <a:t>Машинное обучение</a:t>
          </a:r>
          <a:endParaRPr lang="en-US" sz="2200" kern="1200"/>
        </a:p>
      </dsp:txBody>
      <dsp:txXfrm>
        <a:off x="3433446" y="3015380"/>
        <a:ext cx="3648708" cy="126537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6EC118F-059A-4A17-849B-0E467A1C18F1}">
      <dsp:nvSpPr>
        <dsp:cNvPr id="0" name=""/>
        <dsp:cNvSpPr/>
      </dsp:nvSpPr>
      <dsp:spPr>
        <a:xfrm>
          <a:off x="0" y="2124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4A392B-DD76-494D-B2E5-F2F4AE253AE5}">
      <dsp:nvSpPr>
        <dsp:cNvPr id="0" name=""/>
        <dsp:cNvSpPr/>
      </dsp:nvSpPr>
      <dsp:spPr>
        <a:xfrm>
          <a:off x="0" y="2124"/>
          <a:ext cx="10515600" cy="14490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900" kern="1200"/>
            <a:t>Кибернетический подход позволяет </a:t>
          </a:r>
          <a:r>
            <a:rPr lang="ru-RU" sz="2900" b="1" kern="1200"/>
            <a:t>абстрагироваться</a:t>
          </a:r>
          <a:r>
            <a:rPr lang="ru-RU" sz="2900" kern="1200"/>
            <a:t> от деталей реализации и смотреть на систему </a:t>
          </a:r>
          <a:r>
            <a:rPr lang="ru-RU" sz="2900" b="1" kern="1200"/>
            <a:t>функционально</a:t>
          </a:r>
          <a:r>
            <a:rPr lang="ru-RU" sz="2900" kern="1200"/>
            <a:t>: что она должна делать, а не как она написана .</a:t>
          </a:r>
          <a:endParaRPr lang="en-US" sz="2900" kern="1200"/>
        </a:p>
      </dsp:txBody>
      <dsp:txXfrm>
        <a:off x="0" y="2124"/>
        <a:ext cx="10515600" cy="1449029"/>
      </dsp:txXfrm>
    </dsp:sp>
    <dsp:sp modelId="{6B0DE971-3480-47A5-B1BA-616002BD9A36}">
      <dsp:nvSpPr>
        <dsp:cNvPr id="0" name=""/>
        <dsp:cNvSpPr/>
      </dsp:nvSpPr>
      <dsp:spPr>
        <a:xfrm>
          <a:off x="0" y="1451154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85CE89-ABB7-433E-B342-D78929E21DE5}">
      <dsp:nvSpPr>
        <dsp:cNvPr id="0" name=""/>
        <dsp:cNvSpPr/>
      </dsp:nvSpPr>
      <dsp:spPr>
        <a:xfrm>
          <a:off x="0" y="1451154"/>
          <a:ext cx="10515600" cy="14490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900" kern="1200"/>
            <a:t>Он дает готовый язык для описания архитектуры: "модуль ввода", "блок обработки", "канал обратной связи".</a:t>
          </a:r>
          <a:endParaRPr lang="en-US" sz="2900" kern="1200"/>
        </a:p>
      </dsp:txBody>
      <dsp:txXfrm>
        <a:off x="0" y="1451154"/>
        <a:ext cx="10515600" cy="1449029"/>
      </dsp:txXfrm>
    </dsp:sp>
    <dsp:sp modelId="{EEEC48EE-CC6F-4B2F-A8D1-611E696A64DC}">
      <dsp:nvSpPr>
        <dsp:cNvPr id="0" name=""/>
        <dsp:cNvSpPr/>
      </dsp:nvSpPr>
      <dsp:spPr>
        <a:xfrm>
          <a:off x="0" y="2900183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CB719B-E048-4F1C-A589-A5E37AE07D79}">
      <dsp:nvSpPr>
        <dsp:cNvPr id="0" name=""/>
        <dsp:cNvSpPr/>
      </dsp:nvSpPr>
      <dsp:spPr>
        <a:xfrm>
          <a:off x="0" y="2900183"/>
          <a:ext cx="10515600" cy="14490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900" kern="1200"/>
            <a:t>Это </a:t>
          </a:r>
          <a:r>
            <a:rPr lang="ru-RU" sz="2900" b="1" kern="1200"/>
            <a:t>мост между технической реализацией и теорией управления</a:t>
          </a:r>
          <a:r>
            <a:rPr lang="ru-RU" sz="2900" kern="1200"/>
            <a:t>.</a:t>
          </a:r>
          <a:endParaRPr lang="en-US" sz="2900" kern="1200"/>
        </a:p>
      </dsp:txBody>
      <dsp:txXfrm>
        <a:off x="0" y="2900183"/>
        <a:ext cx="10515600" cy="144902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09E394-A73A-A7E0-3DB9-A5E624B1F3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7AA7B31-7786-4964-3265-CDAA8F3F06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F1CFAEE-C9AD-AD40-5297-C1EB49587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30053-A9E2-4B2F-A109-9CC4FF3AB0B4}" type="datetimeFigureOut">
              <a:rPr lang="ru-RU" smtClean="0"/>
              <a:t>17.03.2026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E5E713E-55E2-208B-DF3B-9B92D1C67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E2ED84F-2B50-9060-8CBC-7C7026EE4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C5B8E-62F5-4255-9980-DE78C338608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8060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DA1431-FFE0-1988-F8F4-EE06E85097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3A465D2-DBEE-FEBC-87DB-FCE81390A5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BD5478C-B5D8-1DE4-82D6-78D24140EA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30053-A9E2-4B2F-A109-9CC4FF3AB0B4}" type="datetimeFigureOut">
              <a:rPr lang="ru-RU" smtClean="0"/>
              <a:t>17.03.2026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633C06E-4F67-1E87-9EBA-478578BAD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265C563-A436-4000-EAC8-E7976EC27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C5B8E-62F5-4255-9980-DE78C338608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483196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9AD6E1-8C23-644B-85FE-7A1CBF83D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B4EFABD-CCF8-987A-1111-0DFE79E836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90D077A-E272-541C-320A-8A3DC7B02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30053-A9E2-4B2F-A109-9CC4FF3AB0B4}" type="datetimeFigureOut">
              <a:rPr lang="ru-RU" smtClean="0"/>
              <a:t>17.03.2026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EB04F6C-4893-3290-AFEC-B2C4FD569F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C6CE81E-6350-D706-6E78-22A7B7155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C5B8E-62F5-4255-9980-DE78C338608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23552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5A4B93-95C6-2938-4646-38B44EABB2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32FDCBF-8743-06C6-080F-1C07330839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4B7F30C-E531-5342-85B1-58E8AEBBA0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5F9DCFD-0885-6D7C-741D-2B7372DE4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30053-A9E2-4B2F-A109-9CC4FF3AB0B4}" type="datetimeFigureOut">
              <a:rPr lang="ru-RU" smtClean="0"/>
              <a:t>17.03.2026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401F2D6-D1C9-56D2-957A-635E042730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CC72729-9043-6979-EB9B-6E3CAA27F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C5B8E-62F5-4255-9980-DE78C338608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67416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EF9613-C385-181D-5532-A56D47400F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38617E1-E557-832C-01A4-8AF459875A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894828C-7B2C-13C8-38A2-1951743A43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B9562F87-0B5A-6A30-4314-1E82E32CDD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022E1DA9-7901-4702-379E-86F2D77722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8388FF80-7475-4196-47E1-FDE1F61B2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30053-A9E2-4B2F-A109-9CC4FF3AB0B4}" type="datetimeFigureOut">
              <a:rPr lang="ru-RU" smtClean="0"/>
              <a:t>17.03.2026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705A68BC-3DC3-1B72-0386-EDCFAE8F7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E2CCF20A-5330-5A4F-49D6-1978683E3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C5B8E-62F5-4255-9980-DE78C338608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41873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D31C23-CC9A-B4B5-3145-ADAB57798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D531DCC4-5E57-23F4-0D29-850C72F81F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30053-A9E2-4B2F-A109-9CC4FF3AB0B4}" type="datetimeFigureOut">
              <a:rPr lang="ru-RU" smtClean="0"/>
              <a:t>17.03.2026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3CC0037-86E6-D7E6-FEA8-5DDA264EB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C02A9E3-0505-2758-C9C2-6F80EDE6C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C5B8E-62F5-4255-9980-DE78C338608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61264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BC4B80D-346A-A352-47BB-3910172C4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30053-A9E2-4B2F-A109-9CC4FF3AB0B4}" type="datetimeFigureOut">
              <a:rPr lang="ru-RU" smtClean="0"/>
              <a:t>17.03.2026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05337993-ED04-84E6-E6F7-161094198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1019CAC-A84C-E9F7-EEFC-0152DA3EA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C5B8E-62F5-4255-9980-DE78C338608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77659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379B75-8996-4072-5816-E6BB7ED6CD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71983C4-0B92-0A78-0240-66A175A6CC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A882555-B264-0142-6AE4-18AAAAEF79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E6F8F4F-AE4C-4592-93A1-FA711EB54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30053-A9E2-4B2F-A109-9CC4FF3AB0B4}" type="datetimeFigureOut">
              <a:rPr lang="ru-RU" smtClean="0"/>
              <a:t>17.03.2026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D4F62D1-2A61-87CB-A5BF-DF9625C27C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2C797CE-1D88-3628-2682-B80F83E20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C5B8E-62F5-4255-9980-DE78C338608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81895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47DF8BF-3900-4156-AD70-E573A65B58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5C3A8521-5470-90C3-3DEA-42AF0E0208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AC7F24E-4AD2-C220-CE7F-6D9A4E3922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75ECB2A-1C8C-82C3-B45E-F106BA130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30053-A9E2-4B2F-A109-9CC4FF3AB0B4}" type="datetimeFigureOut">
              <a:rPr lang="ru-RU" smtClean="0"/>
              <a:t>17.03.2026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A3236F7-DBDA-9BA5-95B7-1A7DBB18E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7BF7ACE-3ABA-E971-4891-F33908F55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C5B8E-62F5-4255-9980-DE78C338608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07146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B8418E-4DAB-D954-BD79-74C0A28F2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CEC4FB5-D6CD-4E23-31F8-4C6CA74416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BBADE34-408F-5E06-5B51-3C442203E9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30053-A9E2-4B2F-A109-9CC4FF3AB0B4}" type="datetimeFigureOut">
              <a:rPr lang="ru-RU" smtClean="0"/>
              <a:t>17.03.2026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DC2D87F-D2A6-83BF-68CF-A97D1F2D14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8A89F86-2A13-2D78-6CD2-31DD10242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C5B8E-62F5-4255-9980-DE78C338608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64019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52996DAC-E606-CD16-DD7D-89543CDB9F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4341E91-15ED-1488-D09C-5F298EA6FF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3259349-3B6E-5954-0352-F14B2CFCB7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30053-A9E2-4B2F-A109-9CC4FF3AB0B4}" type="datetimeFigureOut">
              <a:rPr lang="ru-RU" smtClean="0"/>
              <a:t>17.03.2026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C7E42AC-9C71-21FF-789B-D9A15C69ED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3948EAA-EB4B-5316-E292-8DFB711DE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C5B8E-62F5-4255-9980-DE78C338608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12751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65D259-F0BF-A6B3-924E-1D5582C13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96524E7-B1E9-5D5B-0A69-04E3096CCA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696C714-4A16-4987-F6EA-9A8903D18F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C30053-A9E2-4B2F-A109-9CC4FF3AB0B4}" type="datetimeFigureOut">
              <a:rPr lang="ru-RU" smtClean="0"/>
              <a:t>17.03.2026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34D2CCD-829F-EDEF-6153-8C7BEFE0E6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99B732D-F4E9-B28A-2ADF-EE11F7EA34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FC5B8E-62F5-4255-9980-DE78C338608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85494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9EFEBB-18FB-E166-E8BC-E44169CA14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ru-RU" sz="4800" b="1">
                <a:solidFill>
                  <a:srgbClr val="FFFFFF"/>
                </a:solidFill>
              </a:rPr>
              <a:t>Кибернетический подход</a:t>
            </a:r>
            <a:endParaRPr lang="ru-RU" sz="4800">
              <a:solidFill>
                <a:srgbClr val="FFFFFF"/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E56A5F3-7D88-BAD9-3EE2-40718C49DA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/>
            <a:r>
              <a:rPr lang="ru-RU" dirty="0"/>
              <a:t>Доклад студента 4-го курса ИВТ</a:t>
            </a:r>
          </a:p>
          <a:p>
            <a:pPr algn="l"/>
            <a:r>
              <a:rPr lang="ru-RU" dirty="0"/>
              <a:t>Суркова А.А.</a:t>
            </a:r>
          </a:p>
        </p:txBody>
      </p:sp>
    </p:spTree>
    <p:extLst>
      <p:ext uri="{BB962C8B-B14F-4D97-AF65-F5344CB8AC3E}">
        <p14:creationId xmlns:p14="http://schemas.microsoft.com/office/powerpoint/2010/main" val="1309295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35" name="Rectangle 25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D90842-ABA9-5AE9-A200-33693D0E41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ru-RU" sz="4800" b="1"/>
              <a:t>Проблема, которую решает подход</a:t>
            </a:r>
            <a:br>
              <a:rPr lang="ru-RU" sz="4800" b="1"/>
            </a:br>
            <a:endParaRPr lang="ru-RU" sz="4800"/>
          </a:p>
        </p:txBody>
      </p:sp>
      <p:sp>
        <p:nvSpPr>
          <p:cNvPr id="36" name="Объект 2">
            <a:extLst>
              <a:ext uri="{FF2B5EF4-FFF2-40B4-BE49-F238E27FC236}">
                <a16:creationId xmlns:a16="http://schemas.microsoft.com/office/drawing/2014/main" id="{170A7FEB-6BB8-F69B-E8B0-3FE6CDECE8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marL="342900" indent="-342900">
              <a:buFont typeface="Wingdings" panose="020B0604020202020204" pitchFamily="34" charset="0"/>
              <a:buChar char="Ø"/>
            </a:pPr>
            <a:r>
              <a:rPr lang="ru-RU" sz="2400"/>
              <a:t>Описание системы, без раскрытия её внутреннего устройства</a:t>
            </a:r>
            <a:endParaRPr lang="ru-RU"/>
          </a:p>
          <a:p>
            <a:pPr marL="342900" indent="-342900">
              <a:buFont typeface="Wingdings" panose="020B0604020202020204" pitchFamily="34" charset="0"/>
              <a:buChar char="Ø"/>
            </a:pPr>
            <a:endParaRPr lang="ru-RU" sz="2400" dirty="0"/>
          </a:p>
          <a:p>
            <a:pPr marL="342900" indent="-342900">
              <a:buFont typeface="Wingdings" panose="020B0604020202020204" pitchFamily="34" charset="0"/>
              <a:buChar char="Ø"/>
            </a:pPr>
            <a:r>
              <a:rPr lang="ru-RU" sz="2400"/>
              <a:t>Проектирование управления, которое будет работать даже в условиях неопределённости</a:t>
            </a:r>
          </a:p>
          <a:p>
            <a:pPr marL="342900" indent="-342900">
              <a:buFont typeface="Wingdings" panose="020B0604020202020204" pitchFamily="34" charset="0"/>
              <a:buChar char="Ø"/>
            </a:pPr>
            <a:endParaRPr lang="ru-RU" sz="2400" dirty="0"/>
          </a:p>
          <a:p>
            <a:pPr marL="342900" indent="-342900">
              <a:buFont typeface="Wingdings" panose="020B0604020202020204" pitchFamily="34" charset="0"/>
              <a:buChar char="Ø"/>
            </a:pPr>
            <a:r>
              <a:rPr lang="ru-RU" sz="2400"/>
              <a:t>Описание через </a:t>
            </a:r>
            <a:r>
              <a:rPr lang="ru-RU" sz="2400" b="1"/>
              <a:t>входы, выходы и обратную связь</a:t>
            </a:r>
            <a:r>
              <a:rPr lang="ru-RU" sz="2400"/>
              <a:t>.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82153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62" name="Rectangle 2061">
            <a:extLst>
              <a:ext uri="{FF2B5EF4-FFF2-40B4-BE49-F238E27FC236}">
                <a16:creationId xmlns:a16="http://schemas.microsoft.com/office/drawing/2014/main" id="{201CC55D-ED54-4C5C-95E6-10947BD11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2B6048-1C81-7C39-4BE6-19478E58F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4560584" cy="1128068"/>
          </a:xfrm>
        </p:spPr>
        <p:txBody>
          <a:bodyPr anchor="ctr">
            <a:normAutofit/>
          </a:bodyPr>
          <a:lstStyle/>
          <a:p>
            <a:r>
              <a:rPr lang="ru-RU" sz="3100" b="1"/>
              <a:t> Что такое кибернетика</a:t>
            </a:r>
            <a:br>
              <a:rPr lang="ru-RU" sz="3100" b="1"/>
            </a:br>
            <a:endParaRPr lang="ru-RU" sz="3100"/>
          </a:p>
        </p:txBody>
      </p:sp>
      <p:grpSp>
        <p:nvGrpSpPr>
          <p:cNvPr id="2064" name="Group 2063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2065" name="Rectangle 2064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66" name="Rectangle 2065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68" name="Rectangle 2067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090569"/>
            <a:ext cx="429768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16514A0-0321-5B53-12CF-DBBA4415B2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719" y="2330505"/>
            <a:ext cx="4559425" cy="3979585"/>
          </a:xfrm>
        </p:spPr>
        <p:txBody>
          <a:bodyPr anchor="ctr">
            <a:normAutofit/>
          </a:bodyPr>
          <a:lstStyle/>
          <a:p>
            <a:r>
              <a:rPr lang="ru-RU" sz="2000"/>
              <a:t>Термин ввел </a:t>
            </a:r>
            <a:r>
              <a:rPr lang="ru-RU" sz="2000" b="1"/>
              <a:t>Норберт Винер</a:t>
            </a:r>
            <a:r>
              <a:rPr lang="ru-RU" sz="2000"/>
              <a:t> в 1948 году .</a:t>
            </a:r>
          </a:p>
          <a:p>
            <a:r>
              <a:rPr lang="ru-RU" sz="2000"/>
              <a:t>От греч. </a:t>
            </a:r>
            <a:r>
              <a:rPr lang="ru-RU" sz="2000" i="1"/>
              <a:t>«кибернетес»</a:t>
            </a:r>
            <a:r>
              <a:rPr lang="ru-RU" sz="2000"/>
              <a:t> — кормчий, управляющий кораблем .</a:t>
            </a:r>
          </a:p>
          <a:p>
            <a:r>
              <a:rPr lang="ru-RU" sz="2000"/>
              <a:t>Определение: наука об </a:t>
            </a:r>
            <a:r>
              <a:rPr lang="ru-RU" sz="2000" b="1"/>
              <a:t>управлении</a:t>
            </a:r>
            <a:r>
              <a:rPr lang="ru-RU" sz="2000"/>
              <a:t>, </a:t>
            </a:r>
            <a:r>
              <a:rPr lang="ru-RU" sz="2000" b="1"/>
              <a:t>связи</a:t>
            </a:r>
            <a:r>
              <a:rPr lang="ru-RU" sz="2000"/>
              <a:t> и </a:t>
            </a:r>
            <a:r>
              <a:rPr lang="ru-RU" sz="2000" b="1"/>
              <a:t>переработке информации</a:t>
            </a:r>
            <a:r>
              <a:rPr lang="ru-RU" sz="2000"/>
              <a:t> в машинах, живых организмах и обществе .</a:t>
            </a:r>
          </a:p>
          <a:p>
            <a:r>
              <a:rPr lang="ru-RU" sz="2000"/>
              <a:t>В СССР кибернетику сначала считали "буржуазной лженаукой", а потом она стала основой всей вычислительной техники</a:t>
            </a:r>
          </a:p>
          <a:p>
            <a:endParaRPr lang="ru-RU" sz="2000"/>
          </a:p>
        </p:txBody>
      </p:sp>
      <p:sp>
        <p:nvSpPr>
          <p:cNvPr id="2070" name="Rectangle 2069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72" name="Rectangle 2071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513853"/>
            <a:ext cx="6009366" cy="58345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02E24B79-1285-AEF6-FA43-CF5B6066C3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691" r="3" b="3"/>
          <a:stretch>
            <a:fillRect/>
          </a:stretch>
        </p:blipFill>
        <p:spPr bwMode="auto">
          <a:xfrm>
            <a:off x="5977788" y="799352"/>
            <a:ext cx="5425410" cy="5259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009044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329DE4-F32B-5D6D-E3C3-8B6F4BE7DC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ru-RU" sz="4000">
                <a:solidFill>
                  <a:srgbClr val="FFFFFF"/>
                </a:solidFill>
              </a:rPr>
              <a:t>Основы </a:t>
            </a:r>
            <a:r>
              <a:rPr lang="ru-RU" sz="4000" b="1">
                <a:solidFill>
                  <a:srgbClr val="FFFFFF"/>
                </a:solidFill>
              </a:rPr>
              <a:t>кибернетического подхода</a:t>
            </a:r>
            <a:r>
              <a:rPr lang="ru-RU" sz="4000">
                <a:solidFill>
                  <a:srgbClr val="FFFFFF"/>
                </a:solidFill>
              </a:rPr>
              <a:t> </a:t>
            </a:r>
          </a:p>
        </p:txBody>
      </p:sp>
      <p:graphicFrame>
        <p:nvGraphicFramePr>
          <p:cNvPr id="17" name="Объект 2">
            <a:extLst>
              <a:ext uri="{FF2B5EF4-FFF2-40B4-BE49-F238E27FC236}">
                <a16:creationId xmlns:a16="http://schemas.microsoft.com/office/drawing/2014/main" id="{D814D2D6-B7BC-5EE0-C57E-ECDA55B8114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73706192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643464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72" name="Rectangle 1063">
            <a:extLst>
              <a:ext uri="{FF2B5EF4-FFF2-40B4-BE49-F238E27FC236}">
                <a16:creationId xmlns:a16="http://schemas.microsoft.com/office/drawing/2014/main" id="{700E0F77-E936-4985-B7B1-B9823486AC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9FDB81-93DE-538D-4EB7-F30E560C4F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89" y="4883544"/>
            <a:ext cx="3876086" cy="155690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5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Базовая схема кибернетической системы</a:t>
            </a:r>
            <a:br>
              <a:rPr lang="en-US" sz="25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25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073" name="Rectangle 1065">
            <a:extLst>
              <a:ext uri="{FF2B5EF4-FFF2-40B4-BE49-F238E27FC236}">
                <a16:creationId xmlns:a16="http://schemas.microsoft.com/office/drawing/2014/main" id="{95C8260E-968F-44E8-A823-ABB4313119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86584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4" name="Rectangle 1067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89" y="0"/>
            <a:ext cx="11231745" cy="458818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689E6A04-E0C8-E09B-D168-63560572886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49309" y="964018"/>
            <a:ext cx="10369645" cy="26583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75" name="Rectangle 1069">
            <a:extLst>
              <a:ext uri="{FF2B5EF4-FFF2-40B4-BE49-F238E27FC236}">
                <a16:creationId xmlns:a16="http://schemas.microsoft.com/office/drawing/2014/main" id="{FE43805F-24A6-46A4-B19B-54F283473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001107" y="5661132"/>
            <a:ext cx="1463040" cy="4571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E6A325-C16D-57DF-88F2-53197EC4645D}"/>
              </a:ext>
            </a:extLst>
          </p:cNvPr>
          <p:cNvSpPr txBox="1"/>
          <p:nvPr/>
        </p:nvSpPr>
        <p:spPr>
          <a:xfrm>
            <a:off x="5162719" y="4883544"/>
            <a:ext cx="6586915" cy="155690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"</a:t>
            </a:r>
            <a:r>
              <a:rPr lang="en-US" sz="2000" dirty="0" err="1"/>
              <a:t>Черный</a:t>
            </a:r>
            <a:r>
              <a:rPr lang="en-US" sz="2000" dirty="0"/>
              <a:t> </a:t>
            </a:r>
            <a:r>
              <a:rPr lang="en-US" sz="2000" dirty="0" err="1"/>
              <a:t>ящик</a:t>
            </a:r>
            <a:r>
              <a:rPr lang="en-US" sz="2000" dirty="0"/>
              <a:t>" — </a:t>
            </a:r>
            <a:r>
              <a:rPr lang="en-US" sz="2000" dirty="0" err="1"/>
              <a:t>нам</a:t>
            </a:r>
            <a:r>
              <a:rPr lang="en-US" sz="2000" dirty="0"/>
              <a:t> </a:t>
            </a:r>
            <a:r>
              <a:rPr lang="en-US" sz="2000" dirty="0" err="1"/>
              <a:t>не</a:t>
            </a:r>
            <a:r>
              <a:rPr lang="en-US" sz="2000" dirty="0"/>
              <a:t> </a:t>
            </a:r>
            <a:r>
              <a:rPr lang="en-US" sz="2000" dirty="0" err="1"/>
              <a:t>важно</a:t>
            </a:r>
            <a:r>
              <a:rPr lang="en-US" sz="2000" dirty="0"/>
              <a:t>, </a:t>
            </a:r>
            <a:r>
              <a:rPr lang="en-US" sz="2000" dirty="0" err="1"/>
              <a:t>как</a:t>
            </a:r>
            <a:r>
              <a:rPr lang="en-US" sz="2000" dirty="0"/>
              <a:t> </a:t>
            </a:r>
            <a:r>
              <a:rPr lang="en-US" sz="2000" dirty="0" err="1"/>
              <a:t>устроено</a:t>
            </a:r>
            <a:r>
              <a:rPr lang="en-US" sz="2000" dirty="0"/>
              <a:t> </a:t>
            </a:r>
            <a:r>
              <a:rPr lang="en-US" sz="2000" dirty="0" err="1"/>
              <a:t>внутри</a:t>
            </a:r>
            <a:r>
              <a:rPr lang="en-US" sz="2000" dirty="0"/>
              <a:t> (</a:t>
            </a:r>
            <a:r>
              <a:rPr lang="en-US" sz="2000" dirty="0" err="1"/>
              <a:t>библиотека</a:t>
            </a:r>
            <a:r>
              <a:rPr lang="en-US" sz="2000" dirty="0"/>
              <a:t>, </a:t>
            </a:r>
            <a:r>
              <a:rPr lang="en-US" sz="2000" dirty="0" err="1"/>
              <a:t>модуль</a:t>
            </a:r>
            <a:r>
              <a:rPr lang="en-US" sz="2000" dirty="0"/>
              <a:t>, API). </a:t>
            </a:r>
            <a:r>
              <a:rPr lang="en-US" sz="2000" dirty="0" err="1"/>
              <a:t>Важно</a:t>
            </a:r>
            <a:r>
              <a:rPr lang="en-US" sz="2000" dirty="0"/>
              <a:t>, </a:t>
            </a:r>
            <a:r>
              <a:rPr lang="en-US" sz="2000" dirty="0" err="1"/>
              <a:t>как</a:t>
            </a:r>
            <a:r>
              <a:rPr lang="en-US" sz="2000" dirty="0"/>
              <a:t> </a:t>
            </a:r>
            <a:r>
              <a:rPr lang="en-US" sz="2000" dirty="0" err="1"/>
              <a:t>система</a:t>
            </a:r>
            <a:r>
              <a:rPr lang="en-US" sz="2000" dirty="0"/>
              <a:t> </a:t>
            </a:r>
            <a:r>
              <a:rPr lang="en-US" sz="2000" dirty="0" err="1"/>
              <a:t>реагирует</a:t>
            </a:r>
            <a:r>
              <a:rPr lang="en-US" sz="2000" dirty="0"/>
              <a:t> </a:t>
            </a:r>
            <a:r>
              <a:rPr lang="en-US" sz="2000" dirty="0" err="1"/>
              <a:t>на</a:t>
            </a:r>
            <a:r>
              <a:rPr lang="en-US" sz="2000" dirty="0"/>
              <a:t> </a:t>
            </a:r>
            <a:r>
              <a:rPr lang="en-US" sz="2000" dirty="0" err="1"/>
              <a:t>входные</a:t>
            </a:r>
            <a:r>
              <a:rPr lang="en-US" sz="2000" dirty="0"/>
              <a:t> </a:t>
            </a:r>
            <a:r>
              <a:rPr lang="en-US" sz="2000" dirty="0" err="1"/>
              <a:t>сигналы</a:t>
            </a:r>
            <a:r>
              <a:rPr lang="en-US" sz="2000" dirty="0"/>
              <a:t> .</a:t>
            </a:r>
            <a:endParaRPr lang="en-US" sz="8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8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err="1"/>
              <a:t>Обратная</a:t>
            </a:r>
            <a:r>
              <a:rPr lang="en-US" sz="2000" dirty="0"/>
              <a:t> </a:t>
            </a:r>
            <a:r>
              <a:rPr lang="en-US" sz="2000" dirty="0" err="1"/>
              <a:t>связь</a:t>
            </a:r>
            <a:r>
              <a:rPr lang="en-US" sz="2000" dirty="0"/>
              <a:t> — </a:t>
            </a:r>
            <a:r>
              <a:rPr lang="en-US" sz="2000" dirty="0" err="1"/>
              <a:t>сравнивает</a:t>
            </a:r>
            <a:r>
              <a:rPr lang="en-US" sz="2000" dirty="0"/>
              <a:t> </a:t>
            </a:r>
            <a:r>
              <a:rPr lang="en-US" sz="2000" dirty="0" err="1"/>
              <a:t>фактический</a:t>
            </a:r>
            <a:r>
              <a:rPr lang="en-US" sz="2000" dirty="0"/>
              <a:t> </a:t>
            </a:r>
            <a:r>
              <a:rPr lang="en-US" sz="2000" dirty="0" err="1"/>
              <a:t>результат</a:t>
            </a:r>
            <a:r>
              <a:rPr lang="en-US" sz="2000" dirty="0"/>
              <a:t> с </a:t>
            </a:r>
            <a:r>
              <a:rPr lang="en-US" sz="2000" dirty="0" err="1"/>
              <a:t>желаемым</a:t>
            </a:r>
            <a:r>
              <a:rPr lang="en-US" sz="2000" dirty="0"/>
              <a:t> и </a:t>
            </a:r>
            <a:r>
              <a:rPr lang="en-US" sz="2000" dirty="0" err="1"/>
              <a:t>корректирует</a:t>
            </a:r>
            <a:r>
              <a:rPr lang="en-US" sz="2000" dirty="0"/>
              <a:t> </a:t>
            </a:r>
            <a:r>
              <a:rPr lang="en-US" sz="2000" dirty="0" err="1"/>
              <a:t>управление</a:t>
            </a:r>
            <a:r>
              <a:rPr lang="en-US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113591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9C2288-D6C5-4A1E-2B2D-34AB6CBD6A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ru-RU" sz="3400" b="1">
                <a:solidFill>
                  <a:srgbClr val="FFFFFF"/>
                </a:solidFill>
              </a:rPr>
              <a:t> Ключевые законы кибернетики</a:t>
            </a:r>
            <a:br>
              <a:rPr lang="ru-RU" sz="3400" b="1">
                <a:solidFill>
                  <a:srgbClr val="FFFFFF"/>
                </a:solidFill>
              </a:rPr>
            </a:br>
            <a:endParaRPr lang="ru-RU" sz="3400">
              <a:solidFill>
                <a:srgbClr val="FFFFFF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0FB1CD8-0037-F7E6-45D5-978B3FF396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858" y="2105083"/>
            <a:ext cx="10636280" cy="4245265"/>
          </a:xfrm>
        </p:spPr>
        <p:txBody>
          <a:bodyPr anchor="ctr">
            <a:normAutofit fontScale="92500" lnSpcReduction="10000"/>
          </a:bodyPr>
          <a:lstStyle/>
          <a:p>
            <a:pPr marL="0" indent="0">
              <a:buNone/>
            </a:pPr>
            <a:r>
              <a:rPr lang="ru-RU" sz="3000" b="1" dirty="0"/>
              <a:t>Закон необходимого разнообразия (У.Р. Эшби):</a:t>
            </a:r>
            <a:r>
              <a:rPr lang="ru-RU" sz="3000" dirty="0"/>
              <a:t> Сложность системы управления должна соответствовать сложности объекта управления. Чем сложнее проект, тем сложнее должен быть инструментарий .</a:t>
            </a:r>
          </a:p>
          <a:p>
            <a:pPr marL="0" indent="0">
              <a:buNone/>
            </a:pPr>
            <a:r>
              <a:rPr lang="ru-RU" sz="3000" b="1" dirty="0"/>
              <a:t>Принцип обратной связи:</a:t>
            </a:r>
            <a:r>
              <a:rPr lang="ru-RU" sz="3000" dirty="0"/>
              <a:t> Без обратной связи невозможно эффективное управление .</a:t>
            </a:r>
          </a:p>
          <a:p>
            <a:pPr marL="0" indent="0">
              <a:buNone/>
            </a:pPr>
            <a:r>
              <a:rPr lang="ru-RU" sz="3000" b="1" dirty="0"/>
              <a:t>Принцип "черного ящика":</a:t>
            </a:r>
            <a:r>
              <a:rPr lang="ru-RU" sz="3000" dirty="0"/>
              <a:t> Систему можно изучать по ее реакции на входные воздействия, не вникая в устройство .</a:t>
            </a:r>
          </a:p>
          <a:p>
            <a:pPr marL="0" indent="0">
              <a:buNone/>
            </a:pPr>
            <a:r>
              <a:rPr lang="ru-RU" sz="3000" b="1" dirty="0"/>
              <a:t>Гомеостаз:</a:t>
            </a:r>
            <a:r>
              <a:rPr lang="ru-RU" sz="3000" dirty="0"/>
              <a:t> Способность системы поддерживать устойчивое состояние (например, сервер под нагрузкой не падает)</a:t>
            </a:r>
          </a:p>
          <a:p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18942561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3418CBE-A686-88EE-B39B-B1ED16C81DE7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4069" b="6425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8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DFCC20-E4B0-CA25-085C-9E3E4D1C3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ru-RU" b="1"/>
              <a:t>Примеры из </a:t>
            </a:r>
            <a:r>
              <a:rPr lang="en-US" b="1"/>
              <a:t>IT</a:t>
            </a:r>
            <a:br>
              <a:rPr lang="en-US" b="1"/>
            </a:br>
            <a:endParaRPr lang="ru-RU" dirty="0"/>
          </a:p>
        </p:txBody>
      </p:sp>
      <p:graphicFrame>
        <p:nvGraphicFramePr>
          <p:cNvPr id="5" name="Объект 2">
            <a:extLst>
              <a:ext uri="{FF2B5EF4-FFF2-40B4-BE49-F238E27FC236}">
                <a16:creationId xmlns:a16="http://schemas.microsoft.com/office/drawing/2014/main" id="{2AD784C9-C9C0-5BED-4090-B3A0703CB90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10696166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5896081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1E77C4-5ABE-5924-6835-67225DBA68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4697CDA-BDB7-4883-B48B-1D4EDB2F0E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3B71B8-FF34-A699-89F1-E9BF946F3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9751" y="934327"/>
            <a:ext cx="8924392" cy="1058275"/>
          </a:xfrm>
        </p:spPr>
        <p:txBody>
          <a:bodyPr>
            <a:normAutofit/>
          </a:bodyPr>
          <a:lstStyle/>
          <a:p>
            <a:pPr algn="ctr"/>
            <a:r>
              <a:rPr lang="ru-RU" sz="3400" b="1"/>
              <a:t> Применение кибернетики в разных сферах</a:t>
            </a:r>
            <a:br>
              <a:rPr lang="ru-RU" sz="3400" b="1"/>
            </a:br>
            <a:endParaRPr lang="ru-RU" sz="340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295B176-FA0E-4B6A-A190-5E2E82BEA5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93813" y="2337807"/>
            <a:ext cx="9604374" cy="3585866"/>
          </a:xfrm>
          <a:custGeom>
            <a:avLst/>
            <a:gdLst>
              <a:gd name="connsiteX0" fmla="*/ 0 w 9604374"/>
              <a:gd name="connsiteY0" fmla="*/ 0 h 3585866"/>
              <a:gd name="connsiteX1" fmla="*/ 9604374 w 9604374"/>
              <a:gd name="connsiteY1" fmla="*/ 0 h 3585866"/>
              <a:gd name="connsiteX2" fmla="*/ 9604374 w 9604374"/>
              <a:gd name="connsiteY2" fmla="*/ 3095088 h 3585866"/>
              <a:gd name="connsiteX3" fmla="*/ 9591455 w 9604374"/>
              <a:gd name="connsiteY3" fmla="*/ 3097044 h 3585866"/>
              <a:gd name="connsiteX4" fmla="*/ 9285147 w 9604374"/>
              <a:gd name="connsiteY4" fmla="*/ 3164182 h 3585866"/>
              <a:gd name="connsiteX5" fmla="*/ 9114078 w 9604374"/>
              <a:gd name="connsiteY5" fmla="*/ 3164299 h 3585866"/>
              <a:gd name="connsiteX6" fmla="*/ 8999665 w 9604374"/>
              <a:gd name="connsiteY6" fmla="*/ 3157864 h 3585866"/>
              <a:gd name="connsiteX7" fmla="*/ 8925240 w 9604374"/>
              <a:gd name="connsiteY7" fmla="*/ 3152135 h 3585866"/>
              <a:gd name="connsiteX8" fmla="*/ 8868257 w 9604374"/>
              <a:gd name="connsiteY8" fmla="*/ 3146819 h 3585866"/>
              <a:gd name="connsiteX9" fmla="*/ 8792363 w 9604374"/>
              <a:gd name="connsiteY9" fmla="*/ 3146856 h 3585866"/>
              <a:gd name="connsiteX10" fmla="*/ 8668399 w 9604374"/>
              <a:gd name="connsiteY10" fmla="*/ 3196893 h 3585866"/>
              <a:gd name="connsiteX11" fmla="*/ 8474043 w 9604374"/>
              <a:gd name="connsiteY11" fmla="*/ 3240734 h 3585866"/>
              <a:gd name="connsiteX12" fmla="*/ 8317555 w 9604374"/>
              <a:gd name="connsiteY12" fmla="*/ 3247156 h 3585866"/>
              <a:gd name="connsiteX13" fmla="*/ 8280111 w 9604374"/>
              <a:gd name="connsiteY13" fmla="*/ 3255812 h 3585866"/>
              <a:gd name="connsiteX14" fmla="*/ 8096088 w 9604374"/>
              <a:gd name="connsiteY14" fmla="*/ 3253903 h 3585866"/>
              <a:gd name="connsiteX15" fmla="*/ 7825642 w 9604374"/>
              <a:gd name="connsiteY15" fmla="*/ 3271628 h 3585866"/>
              <a:gd name="connsiteX16" fmla="*/ 7531820 w 9604374"/>
              <a:gd name="connsiteY16" fmla="*/ 3252671 h 3585866"/>
              <a:gd name="connsiteX17" fmla="*/ 7193751 w 9604374"/>
              <a:gd name="connsiteY17" fmla="*/ 3245192 h 3585866"/>
              <a:gd name="connsiteX18" fmla="*/ 6976768 w 9604374"/>
              <a:gd name="connsiteY18" fmla="*/ 3238559 h 3585866"/>
              <a:gd name="connsiteX19" fmla="*/ 6756462 w 9604374"/>
              <a:gd name="connsiteY19" fmla="*/ 3273268 h 3585866"/>
              <a:gd name="connsiteX20" fmla="*/ 6512214 w 9604374"/>
              <a:gd name="connsiteY20" fmla="*/ 3298845 h 3585866"/>
              <a:gd name="connsiteX21" fmla="*/ 6289569 w 9604374"/>
              <a:gd name="connsiteY21" fmla="*/ 3301118 h 3585866"/>
              <a:gd name="connsiteX22" fmla="*/ 6157816 w 9604374"/>
              <a:gd name="connsiteY22" fmla="*/ 3308643 h 3585866"/>
              <a:gd name="connsiteX23" fmla="*/ 6110062 w 9604374"/>
              <a:gd name="connsiteY23" fmla="*/ 3321185 h 3585866"/>
              <a:gd name="connsiteX24" fmla="*/ 6041832 w 9604374"/>
              <a:gd name="connsiteY24" fmla="*/ 3332190 h 3585866"/>
              <a:gd name="connsiteX25" fmla="*/ 5923195 w 9604374"/>
              <a:gd name="connsiteY25" fmla="*/ 3359104 h 3585866"/>
              <a:gd name="connsiteX26" fmla="*/ 5770972 w 9604374"/>
              <a:gd name="connsiteY26" fmla="*/ 3369893 h 3585866"/>
              <a:gd name="connsiteX27" fmla="*/ 5632583 w 9604374"/>
              <a:gd name="connsiteY27" fmla="*/ 3357730 h 3585866"/>
              <a:gd name="connsiteX28" fmla="*/ 5539996 w 9604374"/>
              <a:gd name="connsiteY28" fmla="*/ 3352890 h 3585866"/>
              <a:gd name="connsiteX29" fmla="*/ 5315460 w 9604374"/>
              <a:gd name="connsiteY29" fmla="*/ 3350411 h 3585866"/>
              <a:gd name="connsiteX30" fmla="*/ 5072455 w 9604374"/>
              <a:gd name="connsiteY30" fmla="*/ 3338147 h 3585866"/>
              <a:gd name="connsiteX31" fmla="*/ 5016364 w 9604374"/>
              <a:gd name="connsiteY31" fmla="*/ 3348937 h 3585866"/>
              <a:gd name="connsiteX32" fmla="*/ 4922276 w 9604374"/>
              <a:gd name="connsiteY32" fmla="*/ 3366515 h 3585866"/>
              <a:gd name="connsiteX33" fmla="*/ 4856444 w 9604374"/>
              <a:gd name="connsiteY33" fmla="*/ 3399463 h 3585866"/>
              <a:gd name="connsiteX34" fmla="*/ 4775993 w 9604374"/>
              <a:gd name="connsiteY34" fmla="*/ 3406312 h 3585866"/>
              <a:gd name="connsiteX35" fmla="*/ 4667320 w 9604374"/>
              <a:gd name="connsiteY35" fmla="*/ 3397926 h 3585866"/>
              <a:gd name="connsiteX36" fmla="*/ 4540268 w 9604374"/>
              <a:gd name="connsiteY36" fmla="*/ 3424464 h 3585866"/>
              <a:gd name="connsiteX37" fmla="*/ 4465491 w 9604374"/>
              <a:gd name="connsiteY37" fmla="*/ 3433154 h 3585866"/>
              <a:gd name="connsiteX38" fmla="*/ 4262864 w 9604374"/>
              <a:gd name="connsiteY38" fmla="*/ 3464075 h 3585866"/>
              <a:gd name="connsiteX39" fmla="*/ 4175005 w 9604374"/>
              <a:gd name="connsiteY39" fmla="*/ 3493545 h 3585866"/>
              <a:gd name="connsiteX40" fmla="*/ 4030100 w 9604374"/>
              <a:gd name="connsiteY40" fmla="*/ 3514212 h 3585866"/>
              <a:gd name="connsiteX41" fmla="*/ 3926631 w 9604374"/>
              <a:gd name="connsiteY41" fmla="*/ 3525304 h 3585866"/>
              <a:gd name="connsiteX42" fmla="*/ 3897306 w 9604374"/>
              <a:gd name="connsiteY42" fmla="*/ 3547095 h 3585866"/>
              <a:gd name="connsiteX43" fmla="*/ 3896886 w 9604374"/>
              <a:gd name="connsiteY43" fmla="*/ 3547500 h 3585866"/>
              <a:gd name="connsiteX44" fmla="*/ 3834004 w 9604374"/>
              <a:gd name="connsiteY44" fmla="*/ 3550510 h 3585866"/>
              <a:gd name="connsiteX45" fmla="*/ 3696227 w 9604374"/>
              <a:gd name="connsiteY45" fmla="*/ 3574175 h 3585866"/>
              <a:gd name="connsiteX46" fmla="*/ 3652821 w 9604374"/>
              <a:gd name="connsiteY46" fmla="*/ 3580368 h 3585866"/>
              <a:gd name="connsiteX47" fmla="*/ 3629691 w 9604374"/>
              <a:gd name="connsiteY47" fmla="*/ 3585866 h 3585866"/>
              <a:gd name="connsiteX48" fmla="*/ 3595018 w 9604374"/>
              <a:gd name="connsiteY48" fmla="*/ 3571623 h 3585866"/>
              <a:gd name="connsiteX49" fmla="*/ 3551656 w 9604374"/>
              <a:gd name="connsiteY49" fmla="*/ 3577800 h 3585866"/>
              <a:gd name="connsiteX50" fmla="*/ 3541558 w 9604374"/>
              <a:gd name="connsiteY50" fmla="*/ 3579797 h 3585866"/>
              <a:gd name="connsiteX51" fmla="*/ 3465708 w 9604374"/>
              <a:gd name="connsiteY51" fmla="*/ 3565931 h 3585866"/>
              <a:gd name="connsiteX52" fmla="*/ 3458313 w 9604374"/>
              <a:gd name="connsiteY52" fmla="*/ 3560366 h 3585866"/>
              <a:gd name="connsiteX53" fmla="*/ 3420278 w 9604374"/>
              <a:gd name="connsiteY53" fmla="*/ 3557947 h 3585866"/>
              <a:gd name="connsiteX54" fmla="*/ 3415952 w 9604374"/>
              <a:gd name="connsiteY54" fmla="*/ 3559424 h 3585866"/>
              <a:gd name="connsiteX55" fmla="*/ 3384432 w 9604374"/>
              <a:gd name="connsiteY55" fmla="*/ 3550905 h 3585866"/>
              <a:gd name="connsiteX56" fmla="*/ 3258039 w 9604374"/>
              <a:gd name="connsiteY56" fmla="*/ 3535884 h 3585866"/>
              <a:gd name="connsiteX57" fmla="*/ 3015008 w 9604374"/>
              <a:gd name="connsiteY57" fmla="*/ 3528000 h 3585866"/>
              <a:gd name="connsiteX58" fmla="*/ 2761910 w 9604374"/>
              <a:gd name="connsiteY58" fmla="*/ 3505496 h 3585866"/>
              <a:gd name="connsiteX59" fmla="*/ 2521923 w 9604374"/>
              <a:gd name="connsiteY59" fmla="*/ 3514208 h 3585866"/>
              <a:gd name="connsiteX60" fmla="*/ 2085894 w 9604374"/>
              <a:gd name="connsiteY60" fmla="*/ 3490122 h 3585866"/>
              <a:gd name="connsiteX61" fmla="*/ 1936305 w 9604374"/>
              <a:gd name="connsiteY61" fmla="*/ 3487966 h 3585866"/>
              <a:gd name="connsiteX62" fmla="*/ 1836080 w 9604374"/>
              <a:gd name="connsiteY62" fmla="*/ 3487150 h 3585866"/>
              <a:gd name="connsiteX63" fmla="*/ 1829133 w 9604374"/>
              <a:gd name="connsiteY63" fmla="*/ 3489437 h 3585866"/>
              <a:gd name="connsiteX64" fmla="*/ 1801140 w 9604374"/>
              <a:gd name="connsiteY64" fmla="*/ 3490787 h 3585866"/>
              <a:gd name="connsiteX65" fmla="*/ 1793476 w 9604374"/>
              <a:gd name="connsiteY65" fmla="*/ 3500921 h 3585866"/>
              <a:gd name="connsiteX66" fmla="*/ 1699923 w 9604374"/>
              <a:gd name="connsiteY66" fmla="*/ 3509706 h 3585866"/>
              <a:gd name="connsiteX67" fmla="*/ 1474760 w 9604374"/>
              <a:gd name="connsiteY67" fmla="*/ 3513685 h 3585866"/>
              <a:gd name="connsiteX68" fmla="*/ 1308130 w 9604374"/>
              <a:gd name="connsiteY68" fmla="*/ 3496703 h 3585866"/>
              <a:gd name="connsiteX69" fmla="*/ 1252381 w 9604374"/>
              <a:gd name="connsiteY69" fmla="*/ 3506093 h 3585866"/>
              <a:gd name="connsiteX70" fmla="*/ 1174550 w 9604374"/>
              <a:gd name="connsiteY70" fmla="*/ 3512642 h 3585866"/>
              <a:gd name="connsiteX71" fmla="*/ 924455 w 9604374"/>
              <a:gd name="connsiteY71" fmla="*/ 3507283 h 3585866"/>
              <a:gd name="connsiteX72" fmla="*/ 718373 w 9604374"/>
              <a:gd name="connsiteY72" fmla="*/ 3511753 h 3585866"/>
              <a:gd name="connsiteX73" fmla="*/ 600444 w 9604374"/>
              <a:gd name="connsiteY73" fmla="*/ 3520899 h 3585866"/>
              <a:gd name="connsiteX74" fmla="*/ 351173 w 9604374"/>
              <a:gd name="connsiteY74" fmla="*/ 3495843 h 3585866"/>
              <a:gd name="connsiteX75" fmla="*/ 108372 w 9604374"/>
              <a:gd name="connsiteY75" fmla="*/ 3484386 h 3585866"/>
              <a:gd name="connsiteX76" fmla="*/ 6467 w 9604374"/>
              <a:gd name="connsiteY76" fmla="*/ 3476532 h 3585866"/>
              <a:gd name="connsiteX77" fmla="*/ 0 w 9604374"/>
              <a:gd name="connsiteY77" fmla="*/ 3475412 h 3585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</a:cxnLst>
            <a:rect l="l" t="t" r="r" b="b"/>
            <a:pathLst>
              <a:path w="9604374" h="3585866">
                <a:moveTo>
                  <a:pt x="0" y="0"/>
                </a:moveTo>
                <a:lnTo>
                  <a:pt x="9604374" y="0"/>
                </a:lnTo>
                <a:lnTo>
                  <a:pt x="9604374" y="3095088"/>
                </a:lnTo>
                <a:lnTo>
                  <a:pt x="9591455" y="3097044"/>
                </a:lnTo>
                <a:cubicBezTo>
                  <a:pt x="9496183" y="3133516"/>
                  <a:pt x="9411472" y="3121301"/>
                  <a:pt x="9285147" y="3164182"/>
                </a:cubicBezTo>
                <a:cubicBezTo>
                  <a:pt x="9222914" y="3162781"/>
                  <a:pt x="9174371" y="3173454"/>
                  <a:pt x="9114078" y="3164299"/>
                </a:cubicBezTo>
                <a:cubicBezTo>
                  <a:pt x="9087411" y="3155904"/>
                  <a:pt x="9030947" y="3180906"/>
                  <a:pt x="8999665" y="3157864"/>
                </a:cubicBezTo>
                <a:cubicBezTo>
                  <a:pt x="8997339" y="3174606"/>
                  <a:pt x="8938300" y="3159909"/>
                  <a:pt x="8925240" y="3152135"/>
                </a:cubicBezTo>
                <a:cubicBezTo>
                  <a:pt x="8910091" y="3159441"/>
                  <a:pt x="8884639" y="3146109"/>
                  <a:pt x="8868257" y="3146819"/>
                </a:cubicBezTo>
                <a:cubicBezTo>
                  <a:pt x="8835852" y="3110204"/>
                  <a:pt x="8832251" y="3167659"/>
                  <a:pt x="8792363" y="3146856"/>
                </a:cubicBezTo>
                <a:cubicBezTo>
                  <a:pt x="8774838" y="3159285"/>
                  <a:pt x="8715420" y="3185652"/>
                  <a:pt x="8668399" y="3196893"/>
                </a:cubicBezTo>
                <a:cubicBezTo>
                  <a:pt x="8575902" y="3221445"/>
                  <a:pt x="8569506" y="3250654"/>
                  <a:pt x="8474043" y="3240734"/>
                </a:cubicBezTo>
                <a:cubicBezTo>
                  <a:pt x="8460613" y="3264436"/>
                  <a:pt x="8297088" y="3204738"/>
                  <a:pt x="8317555" y="3247156"/>
                </a:cubicBezTo>
                <a:cubicBezTo>
                  <a:pt x="8285696" y="3245083"/>
                  <a:pt x="8262352" y="3228203"/>
                  <a:pt x="8280111" y="3255812"/>
                </a:cubicBezTo>
                <a:lnTo>
                  <a:pt x="8096088" y="3253903"/>
                </a:lnTo>
                <a:cubicBezTo>
                  <a:pt x="7994084" y="3261603"/>
                  <a:pt x="7930388" y="3281921"/>
                  <a:pt x="7825642" y="3271628"/>
                </a:cubicBezTo>
                <a:cubicBezTo>
                  <a:pt x="7723046" y="3270395"/>
                  <a:pt x="7671282" y="3252297"/>
                  <a:pt x="7531820" y="3252671"/>
                </a:cubicBezTo>
                <a:cubicBezTo>
                  <a:pt x="7433606" y="3250277"/>
                  <a:pt x="7293100" y="3236234"/>
                  <a:pt x="7193751" y="3245192"/>
                </a:cubicBezTo>
                <a:cubicBezTo>
                  <a:pt x="7074822" y="3223769"/>
                  <a:pt x="7104250" y="3250265"/>
                  <a:pt x="6976768" y="3238559"/>
                </a:cubicBezTo>
                <a:cubicBezTo>
                  <a:pt x="6921032" y="3284865"/>
                  <a:pt x="6823818" y="3261794"/>
                  <a:pt x="6756462" y="3273268"/>
                </a:cubicBezTo>
                <a:cubicBezTo>
                  <a:pt x="6679037" y="3283316"/>
                  <a:pt x="6590030" y="3294204"/>
                  <a:pt x="6512214" y="3298845"/>
                </a:cubicBezTo>
                <a:cubicBezTo>
                  <a:pt x="6450581" y="3277980"/>
                  <a:pt x="6366042" y="3329199"/>
                  <a:pt x="6289569" y="3301118"/>
                </a:cubicBezTo>
                <a:cubicBezTo>
                  <a:pt x="6261432" y="3294355"/>
                  <a:pt x="6174310" y="3295209"/>
                  <a:pt x="6157816" y="3308643"/>
                </a:cubicBezTo>
                <a:cubicBezTo>
                  <a:pt x="6139648" y="3311557"/>
                  <a:pt x="6118459" y="3306799"/>
                  <a:pt x="6110062" y="3321185"/>
                </a:cubicBezTo>
                <a:cubicBezTo>
                  <a:pt x="6096189" y="3338498"/>
                  <a:pt x="6032810" y="3311765"/>
                  <a:pt x="6041832" y="3332190"/>
                </a:cubicBezTo>
                <a:cubicBezTo>
                  <a:pt x="5996830" y="3313871"/>
                  <a:pt x="5961033" y="3350141"/>
                  <a:pt x="5923195" y="3359104"/>
                </a:cubicBezTo>
                <a:cubicBezTo>
                  <a:pt x="5887750" y="3340930"/>
                  <a:pt x="5853570" y="3365323"/>
                  <a:pt x="5770972" y="3369893"/>
                </a:cubicBezTo>
                <a:cubicBezTo>
                  <a:pt x="5731993" y="3348876"/>
                  <a:pt x="5705091" y="3385599"/>
                  <a:pt x="5632583" y="3357730"/>
                </a:cubicBezTo>
                <a:cubicBezTo>
                  <a:pt x="5594087" y="3357562"/>
                  <a:pt x="5606154" y="3357443"/>
                  <a:pt x="5539996" y="3352890"/>
                </a:cubicBezTo>
                <a:cubicBezTo>
                  <a:pt x="5439049" y="3348000"/>
                  <a:pt x="5408459" y="3356166"/>
                  <a:pt x="5315460" y="3350411"/>
                </a:cubicBezTo>
                <a:cubicBezTo>
                  <a:pt x="5211119" y="3348356"/>
                  <a:pt x="5208881" y="3372469"/>
                  <a:pt x="5072455" y="3338147"/>
                </a:cubicBezTo>
                <a:cubicBezTo>
                  <a:pt x="5061717" y="3354508"/>
                  <a:pt x="5045493" y="3355753"/>
                  <a:pt x="5016364" y="3348937"/>
                </a:cubicBezTo>
                <a:cubicBezTo>
                  <a:pt x="4965900" y="3349130"/>
                  <a:pt x="4977835" y="3389131"/>
                  <a:pt x="4922276" y="3366515"/>
                </a:cubicBezTo>
                <a:cubicBezTo>
                  <a:pt x="4935702" y="3387794"/>
                  <a:pt x="4828733" y="3377760"/>
                  <a:pt x="4856444" y="3399463"/>
                </a:cubicBezTo>
                <a:cubicBezTo>
                  <a:pt x="4827698" y="3420094"/>
                  <a:pt x="4805019" y="3388256"/>
                  <a:pt x="4775993" y="3406312"/>
                </a:cubicBezTo>
                <a:cubicBezTo>
                  <a:pt x="4744470" y="3406056"/>
                  <a:pt x="4706605" y="3394901"/>
                  <a:pt x="4667320" y="3397926"/>
                </a:cubicBezTo>
                <a:cubicBezTo>
                  <a:pt x="4613435" y="3387476"/>
                  <a:pt x="4608100" y="3410487"/>
                  <a:pt x="4540268" y="3424464"/>
                </a:cubicBezTo>
                <a:cubicBezTo>
                  <a:pt x="4508279" y="3412969"/>
                  <a:pt x="4485989" y="3420063"/>
                  <a:pt x="4465491" y="3433154"/>
                </a:cubicBezTo>
                <a:cubicBezTo>
                  <a:pt x="4396498" y="3432601"/>
                  <a:pt x="4338078" y="3453569"/>
                  <a:pt x="4262864" y="3464075"/>
                </a:cubicBezTo>
                <a:cubicBezTo>
                  <a:pt x="4180249" y="3483394"/>
                  <a:pt x="4225769" y="3479019"/>
                  <a:pt x="4175005" y="3493545"/>
                </a:cubicBezTo>
                <a:lnTo>
                  <a:pt x="4030100" y="3514212"/>
                </a:lnTo>
                <a:lnTo>
                  <a:pt x="3926631" y="3525304"/>
                </a:lnTo>
                <a:lnTo>
                  <a:pt x="3897306" y="3547095"/>
                </a:lnTo>
                <a:lnTo>
                  <a:pt x="3896886" y="3547500"/>
                </a:lnTo>
                <a:lnTo>
                  <a:pt x="3834004" y="3550510"/>
                </a:lnTo>
                <a:cubicBezTo>
                  <a:pt x="3800562" y="3554957"/>
                  <a:pt x="3734185" y="3568533"/>
                  <a:pt x="3696227" y="3574175"/>
                </a:cubicBezTo>
                <a:cubicBezTo>
                  <a:pt x="3661780" y="3570074"/>
                  <a:pt x="3640587" y="3551815"/>
                  <a:pt x="3652821" y="3580368"/>
                </a:cubicBezTo>
                <a:cubicBezTo>
                  <a:pt x="3641506" y="3579831"/>
                  <a:pt x="3634593" y="3582151"/>
                  <a:pt x="3629691" y="3585866"/>
                </a:cubicBezTo>
                <a:lnTo>
                  <a:pt x="3595018" y="3571623"/>
                </a:lnTo>
                <a:lnTo>
                  <a:pt x="3551656" y="3577800"/>
                </a:lnTo>
                <a:lnTo>
                  <a:pt x="3541558" y="3579797"/>
                </a:lnTo>
                <a:lnTo>
                  <a:pt x="3465708" y="3565931"/>
                </a:lnTo>
                <a:lnTo>
                  <a:pt x="3458313" y="3560366"/>
                </a:lnTo>
                <a:cubicBezTo>
                  <a:pt x="3450380" y="3556940"/>
                  <a:pt x="3439090" y="3555355"/>
                  <a:pt x="3420278" y="3557947"/>
                </a:cubicBezTo>
                <a:lnTo>
                  <a:pt x="3415952" y="3559424"/>
                </a:lnTo>
                <a:lnTo>
                  <a:pt x="3384432" y="3550905"/>
                </a:lnTo>
                <a:cubicBezTo>
                  <a:pt x="3374259" y="3547029"/>
                  <a:pt x="3265415" y="3542149"/>
                  <a:pt x="3258039" y="3535884"/>
                </a:cubicBezTo>
                <a:cubicBezTo>
                  <a:pt x="3138852" y="3551394"/>
                  <a:pt x="3130647" y="3523871"/>
                  <a:pt x="3015008" y="3528000"/>
                </a:cubicBezTo>
                <a:cubicBezTo>
                  <a:pt x="2914857" y="3486061"/>
                  <a:pt x="2851687" y="3511605"/>
                  <a:pt x="2761910" y="3505496"/>
                </a:cubicBezTo>
                <a:cubicBezTo>
                  <a:pt x="2676401" y="3501198"/>
                  <a:pt x="2636809" y="3514769"/>
                  <a:pt x="2521923" y="3514208"/>
                </a:cubicBezTo>
                <a:cubicBezTo>
                  <a:pt x="2400197" y="3505062"/>
                  <a:pt x="2222818" y="3509922"/>
                  <a:pt x="2085894" y="3490122"/>
                </a:cubicBezTo>
                <a:cubicBezTo>
                  <a:pt x="1978312" y="3483748"/>
                  <a:pt x="1977940" y="3488460"/>
                  <a:pt x="1936305" y="3487966"/>
                </a:cubicBezTo>
                <a:cubicBezTo>
                  <a:pt x="1922459" y="3490683"/>
                  <a:pt x="1849334" y="3482739"/>
                  <a:pt x="1836080" y="3487150"/>
                </a:cubicBezTo>
                <a:lnTo>
                  <a:pt x="1829133" y="3489437"/>
                </a:lnTo>
                <a:lnTo>
                  <a:pt x="1801140" y="3490787"/>
                </a:lnTo>
                <a:lnTo>
                  <a:pt x="1793476" y="3500921"/>
                </a:lnTo>
                <a:lnTo>
                  <a:pt x="1699923" y="3509706"/>
                </a:lnTo>
                <a:cubicBezTo>
                  <a:pt x="1637728" y="3485036"/>
                  <a:pt x="1584624" y="3514467"/>
                  <a:pt x="1474760" y="3513685"/>
                </a:cubicBezTo>
                <a:cubicBezTo>
                  <a:pt x="1445646" y="3505164"/>
                  <a:pt x="1329781" y="3484421"/>
                  <a:pt x="1308130" y="3496703"/>
                </a:cubicBezTo>
                <a:cubicBezTo>
                  <a:pt x="1287409" y="3498430"/>
                  <a:pt x="1265391" y="3492347"/>
                  <a:pt x="1252381" y="3506093"/>
                </a:cubicBezTo>
                <a:cubicBezTo>
                  <a:pt x="1232588" y="3522393"/>
                  <a:pt x="1170020" y="3491785"/>
                  <a:pt x="1174550" y="3512642"/>
                </a:cubicBezTo>
                <a:cubicBezTo>
                  <a:pt x="1119896" y="3512841"/>
                  <a:pt x="1000484" y="3507431"/>
                  <a:pt x="924455" y="3507283"/>
                </a:cubicBezTo>
                <a:cubicBezTo>
                  <a:pt x="887180" y="3483915"/>
                  <a:pt x="777361" y="3516071"/>
                  <a:pt x="718373" y="3511753"/>
                </a:cubicBezTo>
                <a:cubicBezTo>
                  <a:pt x="666588" y="3513355"/>
                  <a:pt x="661645" y="3525551"/>
                  <a:pt x="600444" y="3520899"/>
                </a:cubicBezTo>
                <a:cubicBezTo>
                  <a:pt x="491334" y="3516943"/>
                  <a:pt x="451794" y="3507522"/>
                  <a:pt x="351173" y="3495843"/>
                </a:cubicBezTo>
                <a:cubicBezTo>
                  <a:pt x="237121" y="3487112"/>
                  <a:pt x="235857" y="3499212"/>
                  <a:pt x="108372" y="3484386"/>
                </a:cubicBezTo>
                <a:cubicBezTo>
                  <a:pt x="86318" y="3481054"/>
                  <a:pt x="40657" y="3480329"/>
                  <a:pt x="6467" y="3476532"/>
                </a:cubicBezTo>
                <a:lnTo>
                  <a:pt x="0" y="3475412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Rectangle 6">
            <a:extLst>
              <a:ext uri="{FF2B5EF4-FFF2-40B4-BE49-F238E27FC236}">
                <a16:creationId xmlns:a16="http://schemas.microsoft.com/office/drawing/2014/main" id="{48F779DE-4744-42D6-9C74-33EC94460C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21727" y="2190741"/>
            <a:ext cx="1348547" cy="407804"/>
          </a:xfrm>
          <a:custGeom>
            <a:avLst/>
            <a:gdLst>
              <a:gd name="connsiteX0" fmla="*/ 0 w 2142503"/>
              <a:gd name="connsiteY0" fmla="*/ 0 h 571500"/>
              <a:gd name="connsiteX1" fmla="*/ 2142503 w 2142503"/>
              <a:gd name="connsiteY1" fmla="*/ 0 h 571500"/>
              <a:gd name="connsiteX2" fmla="*/ 2142503 w 2142503"/>
              <a:gd name="connsiteY2" fmla="*/ 571500 h 571500"/>
              <a:gd name="connsiteX3" fmla="*/ 0 w 2142503"/>
              <a:gd name="connsiteY3" fmla="*/ 571500 h 571500"/>
              <a:gd name="connsiteX4" fmla="*/ 0 w 2142503"/>
              <a:gd name="connsiteY4" fmla="*/ 0 h 571500"/>
              <a:gd name="connsiteX0" fmla="*/ 0 w 2142503"/>
              <a:gd name="connsiteY0" fmla="*/ 0 h 582145"/>
              <a:gd name="connsiteX1" fmla="*/ 2142503 w 2142503"/>
              <a:gd name="connsiteY1" fmla="*/ 0 h 582145"/>
              <a:gd name="connsiteX2" fmla="*/ 2142503 w 2142503"/>
              <a:gd name="connsiteY2" fmla="*/ 571500 h 582145"/>
              <a:gd name="connsiteX3" fmla="*/ 2050917 w 2142503"/>
              <a:gd name="connsiteY3" fmla="*/ 582088 h 582145"/>
              <a:gd name="connsiteX4" fmla="*/ 0 w 2142503"/>
              <a:gd name="connsiteY4" fmla="*/ 571500 h 582145"/>
              <a:gd name="connsiteX5" fmla="*/ 0 w 2142503"/>
              <a:gd name="connsiteY5" fmla="*/ 0 h 582145"/>
              <a:gd name="connsiteX0" fmla="*/ 0 w 2159832"/>
              <a:gd name="connsiteY0" fmla="*/ 0 h 582145"/>
              <a:gd name="connsiteX1" fmla="*/ 2142503 w 2159832"/>
              <a:gd name="connsiteY1" fmla="*/ 0 h 582145"/>
              <a:gd name="connsiteX2" fmla="*/ 2159829 w 2159832"/>
              <a:gd name="connsiteY2" fmla="*/ 96526 h 582145"/>
              <a:gd name="connsiteX3" fmla="*/ 2142503 w 2159832"/>
              <a:gd name="connsiteY3" fmla="*/ 571500 h 582145"/>
              <a:gd name="connsiteX4" fmla="*/ 2050917 w 2159832"/>
              <a:gd name="connsiteY4" fmla="*/ 582088 h 582145"/>
              <a:gd name="connsiteX5" fmla="*/ 0 w 2159832"/>
              <a:gd name="connsiteY5" fmla="*/ 571500 h 582145"/>
              <a:gd name="connsiteX6" fmla="*/ 0 w 2159832"/>
              <a:gd name="connsiteY6" fmla="*/ 0 h 582145"/>
              <a:gd name="connsiteX0" fmla="*/ 0 w 2159832"/>
              <a:gd name="connsiteY0" fmla="*/ 12386 h 594531"/>
              <a:gd name="connsiteX1" fmla="*/ 67826 w 2159832"/>
              <a:gd name="connsiteY1" fmla="*/ 0 h 594531"/>
              <a:gd name="connsiteX2" fmla="*/ 2142503 w 2159832"/>
              <a:gd name="connsiteY2" fmla="*/ 12386 h 594531"/>
              <a:gd name="connsiteX3" fmla="*/ 2159829 w 2159832"/>
              <a:gd name="connsiteY3" fmla="*/ 108912 h 594531"/>
              <a:gd name="connsiteX4" fmla="*/ 2142503 w 2159832"/>
              <a:gd name="connsiteY4" fmla="*/ 583886 h 594531"/>
              <a:gd name="connsiteX5" fmla="*/ 2050917 w 2159832"/>
              <a:gd name="connsiteY5" fmla="*/ 594474 h 594531"/>
              <a:gd name="connsiteX6" fmla="*/ 0 w 2159832"/>
              <a:gd name="connsiteY6" fmla="*/ 583886 h 594531"/>
              <a:gd name="connsiteX7" fmla="*/ 0 w 2159832"/>
              <a:gd name="connsiteY7" fmla="*/ 12386 h 594531"/>
              <a:gd name="connsiteX0" fmla="*/ 0 w 2168908"/>
              <a:gd name="connsiteY0" fmla="*/ 26000 h 594531"/>
              <a:gd name="connsiteX1" fmla="*/ 76902 w 2168908"/>
              <a:gd name="connsiteY1" fmla="*/ 0 h 594531"/>
              <a:gd name="connsiteX2" fmla="*/ 2151579 w 2168908"/>
              <a:gd name="connsiteY2" fmla="*/ 12386 h 594531"/>
              <a:gd name="connsiteX3" fmla="*/ 2168905 w 2168908"/>
              <a:gd name="connsiteY3" fmla="*/ 108912 h 594531"/>
              <a:gd name="connsiteX4" fmla="*/ 2151579 w 2168908"/>
              <a:gd name="connsiteY4" fmla="*/ 583886 h 594531"/>
              <a:gd name="connsiteX5" fmla="*/ 2059993 w 2168908"/>
              <a:gd name="connsiteY5" fmla="*/ 594474 h 594531"/>
              <a:gd name="connsiteX6" fmla="*/ 9076 w 2168908"/>
              <a:gd name="connsiteY6" fmla="*/ 583886 h 594531"/>
              <a:gd name="connsiteX7" fmla="*/ 0 w 2168908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147197 w 2316105"/>
              <a:gd name="connsiteY0" fmla="*/ 26000 h 594531"/>
              <a:gd name="connsiteX1" fmla="*/ 224099 w 2316105"/>
              <a:gd name="connsiteY1" fmla="*/ 0 h 594531"/>
              <a:gd name="connsiteX2" fmla="*/ 2298776 w 2316105"/>
              <a:gd name="connsiteY2" fmla="*/ 12386 h 594531"/>
              <a:gd name="connsiteX3" fmla="*/ 2316102 w 2316105"/>
              <a:gd name="connsiteY3" fmla="*/ 108912 h 594531"/>
              <a:gd name="connsiteX4" fmla="*/ 2298776 w 2316105"/>
              <a:gd name="connsiteY4" fmla="*/ 583886 h 594531"/>
              <a:gd name="connsiteX5" fmla="*/ 2207190 w 2316105"/>
              <a:gd name="connsiteY5" fmla="*/ 594474 h 594531"/>
              <a:gd name="connsiteX6" fmla="*/ 156273 w 2316105"/>
              <a:gd name="connsiteY6" fmla="*/ 583886 h 594531"/>
              <a:gd name="connsiteX7" fmla="*/ 142416 w 2316105"/>
              <a:gd name="connsiteY7" fmla="*/ 235975 h 594531"/>
              <a:gd name="connsiteX8" fmla="*/ 147197 w 2316105"/>
              <a:gd name="connsiteY8" fmla="*/ 26000 h 594531"/>
              <a:gd name="connsiteX0" fmla="*/ 154684 w 2323592"/>
              <a:gd name="connsiteY0" fmla="*/ 26000 h 594531"/>
              <a:gd name="connsiteX1" fmla="*/ 231586 w 2323592"/>
              <a:gd name="connsiteY1" fmla="*/ 0 h 594531"/>
              <a:gd name="connsiteX2" fmla="*/ 2306263 w 2323592"/>
              <a:gd name="connsiteY2" fmla="*/ 12386 h 594531"/>
              <a:gd name="connsiteX3" fmla="*/ 2323589 w 2323592"/>
              <a:gd name="connsiteY3" fmla="*/ 108912 h 594531"/>
              <a:gd name="connsiteX4" fmla="*/ 2306263 w 2323592"/>
              <a:gd name="connsiteY4" fmla="*/ 583886 h 594531"/>
              <a:gd name="connsiteX5" fmla="*/ 2214677 w 2323592"/>
              <a:gd name="connsiteY5" fmla="*/ 594474 h 594531"/>
              <a:gd name="connsiteX6" fmla="*/ 163760 w 2323592"/>
              <a:gd name="connsiteY6" fmla="*/ 583886 h 594531"/>
              <a:gd name="connsiteX7" fmla="*/ 158979 w 2323592"/>
              <a:gd name="connsiteY7" fmla="*/ 403879 h 594531"/>
              <a:gd name="connsiteX8" fmla="*/ 149903 w 2323592"/>
              <a:gd name="connsiteY8" fmla="*/ 235975 h 594531"/>
              <a:gd name="connsiteX9" fmla="*/ 154684 w 2323592"/>
              <a:gd name="connsiteY9" fmla="*/ 26000 h 594531"/>
              <a:gd name="connsiteX0" fmla="*/ 13665 w 2182573"/>
              <a:gd name="connsiteY0" fmla="*/ 26000 h 594531"/>
              <a:gd name="connsiteX1" fmla="*/ 90567 w 2182573"/>
              <a:gd name="connsiteY1" fmla="*/ 0 h 594531"/>
              <a:gd name="connsiteX2" fmla="*/ 2165244 w 2182573"/>
              <a:gd name="connsiteY2" fmla="*/ 12386 h 594531"/>
              <a:gd name="connsiteX3" fmla="*/ 2182570 w 2182573"/>
              <a:gd name="connsiteY3" fmla="*/ 108912 h 594531"/>
              <a:gd name="connsiteX4" fmla="*/ 2165244 w 2182573"/>
              <a:gd name="connsiteY4" fmla="*/ 583886 h 594531"/>
              <a:gd name="connsiteX5" fmla="*/ 2073658 w 2182573"/>
              <a:gd name="connsiteY5" fmla="*/ 594474 h 594531"/>
              <a:gd name="connsiteX6" fmla="*/ 22741 w 2182573"/>
              <a:gd name="connsiteY6" fmla="*/ 583886 h 594531"/>
              <a:gd name="connsiteX7" fmla="*/ 17960 w 2182573"/>
              <a:gd name="connsiteY7" fmla="*/ 403879 h 594531"/>
              <a:gd name="connsiteX8" fmla="*/ 8884 w 2182573"/>
              <a:gd name="connsiteY8" fmla="*/ 235975 h 594531"/>
              <a:gd name="connsiteX9" fmla="*/ 13665 w 2182573"/>
              <a:gd name="connsiteY9" fmla="*/ 26000 h 594531"/>
              <a:gd name="connsiteX0" fmla="*/ 13665 w 2202120"/>
              <a:gd name="connsiteY0" fmla="*/ 26000 h 594531"/>
              <a:gd name="connsiteX1" fmla="*/ 90567 w 2202120"/>
              <a:gd name="connsiteY1" fmla="*/ 0 h 594531"/>
              <a:gd name="connsiteX2" fmla="*/ 2165244 w 2202120"/>
              <a:gd name="connsiteY2" fmla="*/ 12386 h 594531"/>
              <a:gd name="connsiteX3" fmla="*/ 2182570 w 2202120"/>
              <a:gd name="connsiteY3" fmla="*/ 108912 h 594531"/>
              <a:gd name="connsiteX4" fmla="*/ 2192471 w 2202120"/>
              <a:gd name="connsiteY4" fmla="*/ 583886 h 594531"/>
              <a:gd name="connsiteX5" fmla="*/ 2073658 w 2202120"/>
              <a:gd name="connsiteY5" fmla="*/ 594474 h 594531"/>
              <a:gd name="connsiteX6" fmla="*/ 22741 w 2202120"/>
              <a:gd name="connsiteY6" fmla="*/ 583886 h 594531"/>
              <a:gd name="connsiteX7" fmla="*/ 17960 w 2202120"/>
              <a:gd name="connsiteY7" fmla="*/ 403879 h 594531"/>
              <a:gd name="connsiteX8" fmla="*/ 8884 w 2202120"/>
              <a:gd name="connsiteY8" fmla="*/ 235975 h 594531"/>
              <a:gd name="connsiteX9" fmla="*/ 13665 w 2202120"/>
              <a:gd name="connsiteY9" fmla="*/ 26000 h 594531"/>
              <a:gd name="connsiteX0" fmla="*/ 13665 w 2202036"/>
              <a:gd name="connsiteY0" fmla="*/ 26000 h 594531"/>
              <a:gd name="connsiteX1" fmla="*/ 90567 w 2202036"/>
              <a:gd name="connsiteY1" fmla="*/ 0 h 594531"/>
              <a:gd name="connsiteX2" fmla="*/ 2165244 w 2202036"/>
              <a:gd name="connsiteY2" fmla="*/ 12386 h 594531"/>
              <a:gd name="connsiteX3" fmla="*/ 2182570 w 2202036"/>
              <a:gd name="connsiteY3" fmla="*/ 108912 h 594531"/>
              <a:gd name="connsiteX4" fmla="*/ 2191645 w 2202036"/>
              <a:gd name="connsiteY4" fmla="*/ 422031 h 594531"/>
              <a:gd name="connsiteX5" fmla="*/ 2192471 w 2202036"/>
              <a:gd name="connsiteY5" fmla="*/ 583886 h 594531"/>
              <a:gd name="connsiteX6" fmla="*/ 2073658 w 2202036"/>
              <a:gd name="connsiteY6" fmla="*/ 594474 h 594531"/>
              <a:gd name="connsiteX7" fmla="*/ 22741 w 2202036"/>
              <a:gd name="connsiteY7" fmla="*/ 583886 h 594531"/>
              <a:gd name="connsiteX8" fmla="*/ 17960 w 2202036"/>
              <a:gd name="connsiteY8" fmla="*/ 403879 h 594531"/>
              <a:gd name="connsiteX9" fmla="*/ 8884 w 2202036"/>
              <a:gd name="connsiteY9" fmla="*/ 235975 h 594531"/>
              <a:gd name="connsiteX10" fmla="*/ 13665 w 2202036"/>
              <a:gd name="connsiteY10" fmla="*/ 26000 h 594531"/>
              <a:gd name="connsiteX0" fmla="*/ 142254 w 2330625"/>
              <a:gd name="connsiteY0" fmla="*/ 26000 h 594531"/>
              <a:gd name="connsiteX1" fmla="*/ 219156 w 2330625"/>
              <a:gd name="connsiteY1" fmla="*/ 0 h 594531"/>
              <a:gd name="connsiteX2" fmla="*/ 2293833 w 2330625"/>
              <a:gd name="connsiteY2" fmla="*/ 12386 h 594531"/>
              <a:gd name="connsiteX3" fmla="*/ 2311159 w 2330625"/>
              <a:gd name="connsiteY3" fmla="*/ 108912 h 594531"/>
              <a:gd name="connsiteX4" fmla="*/ 2320234 w 2330625"/>
              <a:gd name="connsiteY4" fmla="*/ 422031 h 594531"/>
              <a:gd name="connsiteX5" fmla="*/ 2321060 w 2330625"/>
              <a:gd name="connsiteY5" fmla="*/ 583886 h 594531"/>
              <a:gd name="connsiteX6" fmla="*/ 2202247 w 2330625"/>
              <a:gd name="connsiteY6" fmla="*/ 594474 h 594531"/>
              <a:gd name="connsiteX7" fmla="*/ 151330 w 2330625"/>
              <a:gd name="connsiteY7" fmla="*/ 583886 h 594531"/>
              <a:gd name="connsiteX8" fmla="*/ 155624 w 2330625"/>
              <a:gd name="connsiteY8" fmla="*/ 512790 h 594531"/>
              <a:gd name="connsiteX9" fmla="*/ 146549 w 2330625"/>
              <a:gd name="connsiteY9" fmla="*/ 403879 h 594531"/>
              <a:gd name="connsiteX10" fmla="*/ 137473 w 2330625"/>
              <a:gd name="connsiteY10" fmla="*/ 235975 h 594531"/>
              <a:gd name="connsiteX11" fmla="*/ 142254 w 2330625"/>
              <a:gd name="connsiteY11" fmla="*/ 26000 h 594531"/>
              <a:gd name="connsiteX0" fmla="*/ 13413 w 2201784"/>
              <a:gd name="connsiteY0" fmla="*/ 26000 h 594531"/>
              <a:gd name="connsiteX1" fmla="*/ 90315 w 2201784"/>
              <a:gd name="connsiteY1" fmla="*/ 0 h 594531"/>
              <a:gd name="connsiteX2" fmla="*/ 2164992 w 2201784"/>
              <a:gd name="connsiteY2" fmla="*/ 12386 h 594531"/>
              <a:gd name="connsiteX3" fmla="*/ 2182318 w 2201784"/>
              <a:gd name="connsiteY3" fmla="*/ 108912 h 594531"/>
              <a:gd name="connsiteX4" fmla="*/ 2191393 w 2201784"/>
              <a:gd name="connsiteY4" fmla="*/ 422031 h 594531"/>
              <a:gd name="connsiteX5" fmla="*/ 2192219 w 2201784"/>
              <a:gd name="connsiteY5" fmla="*/ 583886 h 594531"/>
              <a:gd name="connsiteX6" fmla="*/ 2073406 w 2201784"/>
              <a:gd name="connsiteY6" fmla="*/ 594474 h 594531"/>
              <a:gd name="connsiteX7" fmla="*/ 22489 w 2201784"/>
              <a:gd name="connsiteY7" fmla="*/ 583886 h 594531"/>
              <a:gd name="connsiteX8" fmla="*/ 26783 w 2201784"/>
              <a:gd name="connsiteY8" fmla="*/ 512790 h 594531"/>
              <a:gd name="connsiteX9" fmla="*/ 17708 w 2201784"/>
              <a:gd name="connsiteY9" fmla="*/ 403879 h 594531"/>
              <a:gd name="connsiteX10" fmla="*/ 8632 w 2201784"/>
              <a:gd name="connsiteY10" fmla="*/ 235975 h 594531"/>
              <a:gd name="connsiteX11" fmla="*/ 13413 w 2201784"/>
              <a:gd name="connsiteY11" fmla="*/ 26000 h 594531"/>
              <a:gd name="connsiteX0" fmla="*/ 13413 w 2201784"/>
              <a:gd name="connsiteY0" fmla="*/ 26000 h 594531"/>
              <a:gd name="connsiteX1" fmla="*/ 90315 w 2201784"/>
              <a:gd name="connsiteY1" fmla="*/ 0 h 594531"/>
              <a:gd name="connsiteX2" fmla="*/ 2170127 w 2201784"/>
              <a:gd name="connsiteY2" fmla="*/ 33245 h 594531"/>
              <a:gd name="connsiteX3" fmla="*/ 2182318 w 2201784"/>
              <a:gd name="connsiteY3" fmla="*/ 108912 h 594531"/>
              <a:gd name="connsiteX4" fmla="*/ 2191393 w 2201784"/>
              <a:gd name="connsiteY4" fmla="*/ 422031 h 594531"/>
              <a:gd name="connsiteX5" fmla="*/ 2192219 w 2201784"/>
              <a:gd name="connsiteY5" fmla="*/ 583886 h 594531"/>
              <a:gd name="connsiteX6" fmla="*/ 2073406 w 2201784"/>
              <a:gd name="connsiteY6" fmla="*/ 594474 h 594531"/>
              <a:gd name="connsiteX7" fmla="*/ 22489 w 2201784"/>
              <a:gd name="connsiteY7" fmla="*/ 583886 h 594531"/>
              <a:gd name="connsiteX8" fmla="*/ 26783 w 2201784"/>
              <a:gd name="connsiteY8" fmla="*/ 512790 h 594531"/>
              <a:gd name="connsiteX9" fmla="*/ 17708 w 2201784"/>
              <a:gd name="connsiteY9" fmla="*/ 403879 h 594531"/>
              <a:gd name="connsiteX10" fmla="*/ 8632 w 2201784"/>
              <a:gd name="connsiteY10" fmla="*/ 235975 h 594531"/>
              <a:gd name="connsiteX11" fmla="*/ 13413 w 2201784"/>
              <a:gd name="connsiteY11" fmla="*/ 26000 h 594531"/>
              <a:gd name="connsiteX0" fmla="*/ 13413 w 2201784"/>
              <a:gd name="connsiteY0" fmla="*/ 26000 h 594531"/>
              <a:gd name="connsiteX1" fmla="*/ 90315 w 2201784"/>
              <a:gd name="connsiteY1" fmla="*/ 0 h 594531"/>
              <a:gd name="connsiteX2" fmla="*/ 2170127 w 2201784"/>
              <a:gd name="connsiteY2" fmla="*/ 33245 h 594531"/>
              <a:gd name="connsiteX3" fmla="*/ 2182318 w 2201784"/>
              <a:gd name="connsiteY3" fmla="*/ 108912 h 594531"/>
              <a:gd name="connsiteX4" fmla="*/ 2191393 w 2201784"/>
              <a:gd name="connsiteY4" fmla="*/ 422031 h 594531"/>
              <a:gd name="connsiteX5" fmla="*/ 2192219 w 2201784"/>
              <a:gd name="connsiteY5" fmla="*/ 583886 h 594531"/>
              <a:gd name="connsiteX6" fmla="*/ 2073406 w 2201784"/>
              <a:gd name="connsiteY6" fmla="*/ 594474 h 594531"/>
              <a:gd name="connsiteX7" fmla="*/ 22489 w 2201784"/>
              <a:gd name="connsiteY7" fmla="*/ 583886 h 594531"/>
              <a:gd name="connsiteX8" fmla="*/ 26783 w 2201784"/>
              <a:gd name="connsiteY8" fmla="*/ 512790 h 594531"/>
              <a:gd name="connsiteX9" fmla="*/ 17708 w 2201784"/>
              <a:gd name="connsiteY9" fmla="*/ 403879 h 594531"/>
              <a:gd name="connsiteX10" fmla="*/ 8632 w 2201784"/>
              <a:gd name="connsiteY10" fmla="*/ 235975 h 594531"/>
              <a:gd name="connsiteX11" fmla="*/ 13413 w 2201784"/>
              <a:gd name="connsiteY11" fmla="*/ 26000 h 5945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201784" h="594531">
                <a:moveTo>
                  <a:pt x="13413" y="26000"/>
                </a:moveTo>
                <a:cubicBezTo>
                  <a:pt x="37534" y="24897"/>
                  <a:pt x="66194" y="1103"/>
                  <a:pt x="90315" y="0"/>
                </a:cubicBezTo>
                <a:cubicBezTo>
                  <a:pt x="781874" y="4129"/>
                  <a:pt x="1607589" y="24681"/>
                  <a:pt x="2170127" y="33245"/>
                </a:cubicBezTo>
                <a:cubicBezTo>
                  <a:pt x="2169852" y="63908"/>
                  <a:pt x="2182593" y="78249"/>
                  <a:pt x="2182318" y="108912"/>
                </a:cubicBezTo>
                <a:cubicBezTo>
                  <a:pt x="2188231" y="177186"/>
                  <a:pt x="2189743" y="342869"/>
                  <a:pt x="2191393" y="422031"/>
                </a:cubicBezTo>
                <a:cubicBezTo>
                  <a:pt x="2193043" y="501193"/>
                  <a:pt x="2213396" y="555146"/>
                  <a:pt x="2192219" y="583886"/>
                </a:cubicBezTo>
                <a:cubicBezTo>
                  <a:pt x="2172279" y="582877"/>
                  <a:pt x="2093346" y="595483"/>
                  <a:pt x="2073406" y="594474"/>
                </a:cubicBezTo>
                <a:lnTo>
                  <a:pt x="22489" y="583886"/>
                </a:lnTo>
                <a:cubicBezTo>
                  <a:pt x="5849" y="592962"/>
                  <a:pt x="27580" y="542791"/>
                  <a:pt x="26783" y="512790"/>
                </a:cubicBezTo>
                <a:cubicBezTo>
                  <a:pt x="25986" y="482789"/>
                  <a:pt x="18464" y="450015"/>
                  <a:pt x="17708" y="403879"/>
                </a:cubicBezTo>
                <a:cubicBezTo>
                  <a:pt x="16952" y="357743"/>
                  <a:pt x="-14855" y="308787"/>
                  <a:pt x="8632" y="235975"/>
                </a:cubicBezTo>
                <a:cubicBezTo>
                  <a:pt x="7119" y="142994"/>
                  <a:pt x="-201" y="65329"/>
                  <a:pt x="13413" y="26000"/>
                </a:cubicBezTo>
                <a:close/>
              </a:path>
            </a:pathLst>
          </a:custGeom>
          <a:solidFill>
            <a:srgbClr val="D9D4D0">
              <a:alpha val="35000"/>
            </a:srgbClr>
          </a:solidFill>
          <a:ln>
            <a:noFill/>
          </a:ln>
          <a:effectLst>
            <a:softEdge rad="63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E54524D-8906-2803-2069-5F3811406F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37154" y="2545061"/>
            <a:ext cx="8309586" cy="3171357"/>
          </a:xfrm>
        </p:spPr>
        <p:txBody>
          <a:bodyPr>
            <a:normAutofit/>
          </a:bodyPr>
          <a:lstStyle/>
          <a:p>
            <a:r>
              <a:rPr lang="ru-RU" sz="2400" b="1" dirty="0"/>
              <a:t>В технике:</a:t>
            </a:r>
            <a:r>
              <a:rPr lang="ru-RU" sz="2400" dirty="0"/>
              <a:t> Автопилоты, регуляторы, роботы (андроиды, роботы-комары, кибер-питомцы) .</a:t>
            </a:r>
          </a:p>
          <a:p>
            <a:r>
              <a:rPr lang="ru-RU" sz="2400" b="1" dirty="0"/>
              <a:t>В биологии:</a:t>
            </a:r>
            <a:r>
              <a:rPr lang="ru-RU" sz="2400" dirty="0"/>
              <a:t> Мозг как управляющая система, гомеостаз организма .</a:t>
            </a:r>
          </a:p>
          <a:p>
            <a:r>
              <a:rPr lang="ru-RU" sz="2400" b="1" dirty="0"/>
              <a:t>В медицине:</a:t>
            </a:r>
            <a:r>
              <a:rPr lang="ru-RU" sz="2400" dirty="0"/>
              <a:t> Искусственное сердце, кибернетический глаз, умные пижамы с датчиками .</a:t>
            </a:r>
          </a:p>
          <a:p>
            <a:r>
              <a:rPr lang="ru-RU" sz="2400" b="1" dirty="0"/>
              <a:t>В экономике:</a:t>
            </a:r>
            <a:r>
              <a:rPr lang="ru-RU" sz="2400" dirty="0"/>
              <a:t> Управление проектами, логистика, ERP-системы</a:t>
            </a:r>
          </a:p>
          <a:p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8032292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1898A6-E5A5-A8F4-605F-C4C34A7E06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Значение для методологии науки и ВКР</a:t>
            </a:r>
            <a:br>
              <a:rPr lang="ru-RU" b="1" dirty="0"/>
            </a:br>
            <a:endParaRPr lang="ru-RU" dirty="0"/>
          </a:p>
        </p:txBody>
      </p:sp>
      <p:graphicFrame>
        <p:nvGraphicFramePr>
          <p:cNvPr id="5" name="Объект 2">
            <a:extLst>
              <a:ext uri="{FF2B5EF4-FFF2-40B4-BE49-F238E27FC236}">
                <a16:creationId xmlns:a16="http://schemas.microsoft.com/office/drawing/2014/main" id="{7934E59D-A274-27D0-5A60-1B3AAAD9F97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3355702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403</Words>
  <Application>Microsoft Office PowerPoint</Application>
  <PresentationFormat>Широкоэкранный</PresentationFormat>
  <Paragraphs>41</Paragraphs>
  <Slides>9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0" baseType="lpstr">
      <vt:lpstr>Тема Office</vt:lpstr>
      <vt:lpstr>Кибернетический подход</vt:lpstr>
      <vt:lpstr>Проблема, которую решает подход </vt:lpstr>
      <vt:lpstr> Что такое кибернетика </vt:lpstr>
      <vt:lpstr>Основы кибернетического подхода </vt:lpstr>
      <vt:lpstr>Базовая схема кибернетической системы </vt:lpstr>
      <vt:lpstr> Ключевые законы кибернетики </vt:lpstr>
      <vt:lpstr>Примеры из IT </vt:lpstr>
      <vt:lpstr> Применение кибернетики в разных сферах </vt:lpstr>
      <vt:lpstr>Значение для методологии науки и ВКР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Andrey Surkov</dc:creator>
  <cp:lastModifiedBy>Andrey Surkov</cp:lastModifiedBy>
  <cp:revision>31</cp:revision>
  <dcterms:created xsi:type="dcterms:W3CDTF">2026-03-14T21:15:00Z</dcterms:created>
  <dcterms:modified xsi:type="dcterms:W3CDTF">2026-03-17T11:09:24Z</dcterms:modified>
</cp:coreProperties>
</file>