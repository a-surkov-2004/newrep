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>
        <p:scale>
          <a:sx n="125" d="100"/>
          <a:sy n="125" d="100"/>
        </p:scale>
        <p:origin x="166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pamyat-naroda.ru/" TargetMode="Externa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pamyat-naroda.ru/" TargetMode="Externa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F8C775-12EE-4916-9C0B-6294298FAD0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BD0C13-C22E-4C5F-9591-5F3F1483738D}">
      <dgm:prSet/>
      <dgm:spPr/>
      <dgm:t>
        <a:bodyPr/>
        <a:lstStyle/>
        <a:p>
          <a:r>
            <a:rPr lang="ru-RU"/>
            <a:t>Название: Государственная информационная система «Память народа»</a:t>
          </a:r>
          <a:endParaRPr lang="en-US"/>
        </a:p>
      </dgm:t>
    </dgm:pt>
    <dgm:pt modelId="{42CFE8BC-0422-42C8-8EEF-B2BDDD76A380}" type="parTrans" cxnId="{293338AF-B821-42D8-92EC-B0369931C8E4}">
      <dgm:prSet/>
      <dgm:spPr/>
      <dgm:t>
        <a:bodyPr/>
        <a:lstStyle/>
        <a:p>
          <a:endParaRPr lang="en-US"/>
        </a:p>
      </dgm:t>
    </dgm:pt>
    <dgm:pt modelId="{EAA6F76F-D848-4A42-8FF0-50207107DE81}" type="sibTrans" cxnId="{293338AF-B821-42D8-92EC-B0369931C8E4}">
      <dgm:prSet/>
      <dgm:spPr/>
      <dgm:t>
        <a:bodyPr/>
        <a:lstStyle/>
        <a:p>
          <a:endParaRPr lang="en-US"/>
        </a:p>
      </dgm:t>
    </dgm:pt>
    <dgm:pt modelId="{845CCE3B-6D64-4BB3-B300-37B225D64372}">
      <dgm:prSet/>
      <dgm:spPr/>
      <dgm:t>
        <a:bodyPr/>
        <a:lstStyle/>
        <a:p>
          <a:r>
            <a:rPr lang="ru-RU"/>
            <a:t>Год создания: 2015</a:t>
          </a:r>
          <a:endParaRPr lang="en-US"/>
        </a:p>
      </dgm:t>
    </dgm:pt>
    <dgm:pt modelId="{FD314D74-F874-4BF1-BB48-9D15C30168A4}" type="parTrans" cxnId="{98399F97-10D6-4C58-91FE-0EA0BCC5EFAD}">
      <dgm:prSet/>
      <dgm:spPr/>
      <dgm:t>
        <a:bodyPr/>
        <a:lstStyle/>
        <a:p>
          <a:endParaRPr lang="en-US"/>
        </a:p>
      </dgm:t>
    </dgm:pt>
    <dgm:pt modelId="{1C944E2B-B2BE-4C2D-9DD5-B9D2292D14BF}" type="sibTrans" cxnId="{98399F97-10D6-4C58-91FE-0EA0BCC5EFAD}">
      <dgm:prSet/>
      <dgm:spPr/>
      <dgm:t>
        <a:bodyPr/>
        <a:lstStyle/>
        <a:p>
          <a:endParaRPr lang="en-US"/>
        </a:p>
      </dgm:t>
    </dgm:pt>
    <dgm:pt modelId="{D41D70C0-7F14-4ED7-92C2-221C3F307F72}">
      <dgm:prSet/>
      <dgm:spPr/>
      <dgm:t>
        <a:bodyPr/>
        <a:lstStyle/>
        <a:p>
          <a:r>
            <a:rPr lang="ru-RU"/>
            <a:t>Страна: Россия</a:t>
          </a:r>
          <a:endParaRPr lang="en-US"/>
        </a:p>
      </dgm:t>
    </dgm:pt>
    <dgm:pt modelId="{5A6B8651-0E9D-4B9F-81DA-77231BCC1637}" type="parTrans" cxnId="{3A29C36D-68BD-4A2F-9081-41203A5550EE}">
      <dgm:prSet/>
      <dgm:spPr/>
      <dgm:t>
        <a:bodyPr/>
        <a:lstStyle/>
        <a:p>
          <a:endParaRPr lang="en-US"/>
        </a:p>
      </dgm:t>
    </dgm:pt>
    <dgm:pt modelId="{6501C0E1-B38B-443B-B86B-85C4B746BF35}" type="sibTrans" cxnId="{3A29C36D-68BD-4A2F-9081-41203A5550EE}">
      <dgm:prSet/>
      <dgm:spPr/>
      <dgm:t>
        <a:bodyPr/>
        <a:lstStyle/>
        <a:p>
          <a:endParaRPr lang="en-US"/>
        </a:p>
      </dgm:t>
    </dgm:pt>
    <dgm:pt modelId="{EDA4829F-C4D6-4D48-A765-31CE781C90C8}">
      <dgm:prSet/>
      <dgm:spPr/>
      <dgm:t>
        <a:bodyPr/>
        <a:lstStyle/>
        <a:p>
          <a:r>
            <a:rPr lang="ru-RU"/>
            <a:t>URL: </a:t>
          </a:r>
          <a:r>
            <a:rPr lang="ru-RU">
              <a:hlinkClick xmlns:r="http://schemas.openxmlformats.org/officeDocument/2006/relationships" r:id="rId1"/>
            </a:rPr>
            <a:t>pamyat-naroda.ru </a:t>
          </a:r>
          <a:endParaRPr lang="en-US"/>
        </a:p>
      </dgm:t>
    </dgm:pt>
    <dgm:pt modelId="{E62EF3B5-D724-42B6-8E92-A792160DB132}" type="parTrans" cxnId="{A81B8574-4743-48A1-9697-141C1957363B}">
      <dgm:prSet/>
      <dgm:spPr/>
      <dgm:t>
        <a:bodyPr/>
        <a:lstStyle/>
        <a:p>
          <a:endParaRPr lang="en-US"/>
        </a:p>
      </dgm:t>
    </dgm:pt>
    <dgm:pt modelId="{80A3B763-C4B0-45EB-AB28-95187B66833E}" type="sibTrans" cxnId="{A81B8574-4743-48A1-9697-141C1957363B}">
      <dgm:prSet/>
      <dgm:spPr/>
      <dgm:t>
        <a:bodyPr/>
        <a:lstStyle/>
        <a:p>
          <a:endParaRPr lang="en-US"/>
        </a:p>
      </dgm:t>
    </dgm:pt>
    <dgm:pt modelId="{8B5AEDFA-B995-4F1A-8351-85955FFBA535}">
      <dgm:prSet/>
      <dgm:spPr/>
      <dgm:t>
        <a:bodyPr/>
        <a:lstStyle/>
        <a:p>
          <a:r>
            <a:rPr lang="ru-RU"/>
            <a:t>Владелец: Минобороны РФ и </a:t>
          </a:r>
          <a:r>
            <a:rPr lang="ru-RU" b="0" i="0"/>
            <a:t>Корпорация ЭЛАР</a:t>
          </a:r>
          <a:endParaRPr lang="en-US"/>
        </a:p>
      </dgm:t>
    </dgm:pt>
    <dgm:pt modelId="{9310ED57-6464-4F64-8FFF-64EA7284745C}" type="parTrans" cxnId="{899855BE-C202-4E25-9B53-6701125AAC7F}">
      <dgm:prSet/>
      <dgm:spPr/>
      <dgm:t>
        <a:bodyPr/>
        <a:lstStyle/>
        <a:p>
          <a:endParaRPr lang="en-US"/>
        </a:p>
      </dgm:t>
    </dgm:pt>
    <dgm:pt modelId="{D2262D08-60CC-4705-930C-DC113B941065}" type="sibTrans" cxnId="{899855BE-C202-4E25-9B53-6701125AAC7F}">
      <dgm:prSet/>
      <dgm:spPr/>
      <dgm:t>
        <a:bodyPr/>
        <a:lstStyle/>
        <a:p>
          <a:endParaRPr lang="en-US"/>
        </a:p>
      </dgm:t>
    </dgm:pt>
    <dgm:pt modelId="{D524EC83-286F-4D7B-B803-70C60D309AD3}" type="pres">
      <dgm:prSet presAssocID="{02F8C775-12EE-4916-9C0B-6294298FAD00}" presName="vert0" presStyleCnt="0">
        <dgm:presLayoutVars>
          <dgm:dir/>
          <dgm:animOne val="branch"/>
          <dgm:animLvl val="lvl"/>
        </dgm:presLayoutVars>
      </dgm:prSet>
      <dgm:spPr/>
    </dgm:pt>
    <dgm:pt modelId="{69DA1FBA-70F2-4FB4-8D29-9B6CC79FABB4}" type="pres">
      <dgm:prSet presAssocID="{01BD0C13-C22E-4C5F-9591-5F3F1483738D}" presName="thickLine" presStyleLbl="alignNode1" presStyleIdx="0" presStyleCnt="5"/>
      <dgm:spPr/>
    </dgm:pt>
    <dgm:pt modelId="{57C1786A-FEF4-4CEF-9717-5C4577FDF7AB}" type="pres">
      <dgm:prSet presAssocID="{01BD0C13-C22E-4C5F-9591-5F3F1483738D}" presName="horz1" presStyleCnt="0"/>
      <dgm:spPr/>
    </dgm:pt>
    <dgm:pt modelId="{D4E24336-8A78-4512-9BFE-C38330CC9169}" type="pres">
      <dgm:prSet presAssocID="{01BD0C13-C22E-4C5F-9591-5F3F1483738D}" presName="tx1" presStyleLbl="revTx" presStyleIdx="0" presStyleCnt="5"/>
      <dgm:spPr/>
    </dgm:pt>
    <dgm:pt modelId="{A8FB606D-E8B7-4A83-BA2C-5B796852E814}" type="pres">
      <dgm:prSet presAssocID="{01BD0C13-C22E-4C5F-9591-5F3F1483738D}" presName="vert1" presStyleCnt="0"/>
      <dgm:spPr/>
    </dgm:pt>
    <dgm:pt modelId="{7079A10B-35C4-4170-ACFD-15425A65B1C9}" type="pres">
      <dgm:prSet presAssocID="{845CCE3B-6D64-4BB3-B300-37B225D64372}" presName="thickLine" presStyleLbl="alignNode1" presStyleIdx="1" presStyleCnt="5"/>
      <dgm:spPr/>
    </dgm:pt>
    <dgm:pt modelId="{C7220ADB-49F9-421B-9F16-7F8852FB9B30}" type="pres">
      <dgm:prSet presAssocID="{845CCE3B-6D64-4BB3-B300-37B225D64372}" presName="horz1" presStyleCnt="0"/>
      <dgm:spPr/>
    </dgm:pt>
    <dgm:pt modelId="{D3E88C2E-9458-4350-990B-079487A4F84D}" type="pres">
      <dgm:prSet presAssocID="{845CCE3B-6D64-4BB3-B300-37B225D64372}" presName="tx1" presStyleLbl="revTx" presStyleIdx="1" presStyleCnt="5"/>
      <dgm:spPr/>
    </dgm:pt>
    <dgm:pt modelId="{903636FA-C316-49E4-BC74-7B23F3E8D63A}" type="pres">
      <dgm:prSet presAssocID="{845CCE3B-6D64-4BB3-B300-37B225D64372}" presName="vert1" presStyleCnt="0"/>
      <dgm:spPr/>
    </dgm:pt>
    <dgm:pt modelId="{4F910604-55E9-4618-867C-1F1B0CF60345}" type="pres">
      <dgm:prSet presAssocID="{D41D70C0-7F14-4ED7-92C2-221C3F307F72}" presName="thickLine" presStyleLbl="alignNode1" presStyleIdx="2" presStyleCnt="5"/>
      <dgm:spPr/>
    </dgm:pt>
    <dgm:pt modelId="{DADA546E-EB1C-4ECF-966A-C865B178DA30}" type="pres">
      <dgm:prSet presAssocID="{D41D70C0-7F14-4ED7-92C2-221C3F307F72}" presName="horz1" presStyleCnt="0"/>
      <dgm:spPr/>
    </dgm:pt>
    <dgm:pt modelId="{406D96B4-E191-46CD-A6F7-3B4A008BEB80}" type="pres">
      <dgm:prSet presAssocID="{D41D70C0-7F14-4ED7-92C2-221C3F307F72}" presName="tx1" presStyleLbl="revTx" presStyleIdx="2" presStyleCnt="5"/>
      <dgm:spPr/>
    </dgm:pt>
    <dgm:pt modelId="{FCC76046-8137-49FA-B985-15381BC944FE}" type="pres">
      <dgm:prSet presAssocID="{D41D70C0-7F14-4ED7-92C2-221C3F307F72}" presName="vert1" presStyleCnt="0"/>
      <dgm:spPr/>
    </dgm:pt>
    <dgm:pt modelId="{C4C40616-2613-4100-BF09-B54F0496FB0B}" type="pres">
      <dgm:prSet presAssocID="{EDA4829F-C4D6-4D48-A765-31CE781C90C8}" presName="thickLine" presStyleLbl="alignNode1" presStyleIdx="3" presStyleCnt="5"/>
      <dgm:spPr/>
    </dgm:pt>
    <dgm:pt modelId="{9233DE76-0BD2-41C0-9722-6220751AC0DD}" type="pres">
      <dgm:prSet presAssocID="{EDA4829F-C4D6-4D48-A765-31CE781C90C8}" presName="horz1" presStyleCnt="0"/>
      <dgm:spPr/>
    </dgm:pt>
    <dgm:pt modelId="{2ADEC38B-6BC2-431A-93BA-261D1A056C9D}" type="pres">
      <dgm:prSet presAssocID="{EDA4829F-C4D6-4D48-A765-31CE781C90C8}" presName="tx1" presStyleLbl="revTx" presStyleIdx="3" presStyleCnt="5"/>
      <dgm:spPr/>
    </dgm:pt>
    <dgm:pt modelId="{268306DB-6FBA-4C73-9B8B-51CB1D64A2C0}" type="pres">
      <dgm:prSet presAssocID="{EDA4829F-C4D6-4D48-A765-31CE781C90C8}" presName="vert1" presStyleCnt="0"/>
      <dgm:spPr/>
    </dgm:pt>
    <dgm:pt modelId="{BBD7A8DC-74A5-407B-A5E4-0CCE566609C3}" type="pres">
      <dgm:prSet presAssocID="{8B5AEDFA-B995-4F1A-8351-85955FFBA535}" presName="thickLine" presStyleLbl="alignNode1" presStyleIdx="4" presStyleCnt="5"/>
      <dgm:spPr/>
    </dgm:pt>
    <dgm:pt modelId="{0A3043B0-B765-4921-B871-7C55F5A91B07}" type="pres">
      <dgm:prSet presAssocID="{8B5AEDFA-B995-4F1A-8351-85955FFBA535}" presName="horz1" presStyleCnt="0"/>
      <dgm:spPr/>
    </dgm:pt>
    <dgm:pt modelId="{A612FD83-F0EC-48D0-AB2D-4BA1D5B143A5}" type="pres">
      <dgm:prSet presAssocID="{8B5AEDFA-B995-4F1A-8351-85955FFBA535}" presName="tx1" presStyleLbl="revTx" presStyleIdx="4" presStyleCnt="5"/>
      <dgm:spPr/>
    </dgm:pt>
    <dgm:pt modelId="{9F763B5B-32C5-4EE8-9A5C-9719D00EBE79}" type="pres">
      <dgm:prSet presAssocID="{8B5AEDFA-B995-4F1A-8351-85955FFBA535}" presName="vert1" presStyleCnt="0"/>
      <dgm:spPr/>
    </dgm:pt>
  </dgm:ptLst>
  <dgm:cxnLst>
    <dgm:cxn modelId="{7FA88001-2803-4F07-B338-1EC11AC1FA1E}" type="presOf" srcId="{8B5AEDFA-B995-4F1A-8351-85955FFBA535}" destId="{A612FD83-F0EC-48D0-AB2D-4BA1D5B143A5}" srcOrd="0" destOrd="0" presId="urn:microsoft.com/office/officeart/2008/layout/LinedList"/>
    <dgm:cxn modelId="{79139E38-FF7D-4301-B648-56CF5DF4E340}" type="presOf" srcId="{02F8C775-12EE-4916-9C0B-6294298FAD00}" destId="{D524EC83-286F-4D7B-B803-70C60D309AD3}" srcOrd="0" destOrd="0" presId="urn:microsoft.com/office/officeart/2008/layout/LinedList"/>
    <dgm:cxn modelId="{8A0D864B-3C37-442F-9877-3ABC771A80EA}" type="presOf" srcId="{D41D70C0-7F14-4ED7-92C2-221C3F307F72}" destId="{406D96B4-E191-46CD-A6F7-3B4A008BEB80}" srcOrd="0" destOrd="0" presId="urn:microsoft.com/office/officeart/2008/layout/LinedList"/>
    <dgm:cxn modelId="{3A29C36D-68BD-4A2F-9081-41203A5550EE}" srcId="{02F8C775-12EE-4916-9C0B-6294298FAD00}" destId="{D41D70C0-7F14-4ED7-92C2-221C3F307F72}" srcOrd="2" destOrd="0" parTransId="{5A6B8651-0E9D-4B9F-81DA-77231BCC1637}" sibTransId="{6501C0E1-B38B-443B-B86B-85C4B746BF35}"/>
    <dgm:cxn modelId="{A81B8574-4743-48A1-9697-141C1957363B}" srcId="{02F8C775-12EE-4916-9C0B-6294298FAD00}" destId="{EDA4829F-C4D6-4D48-A765-31CE781C90C8}" srcOrd="3" destOrd="0" parTransId="{E62EF3B5-D724-42B6-8E92-A792160DB132}" sibTransId="{80A3B763-C4B0-45EB-AB28-95187B66833E}"/>
    <dgm:cxn modelId="{75593E93-2A8D-4B71-A590-063D5E183793}" type="presOf" srcId="{845CCE3B-6D64-4BB3-B300-37B225D64372}" destId="{D3E88C2E-9458-4350-990B-079487A4F84D}" srcOrd="0" destOrd="0" presId="urn:microsoft.com/office/officeart/2008/layout/LinedList"/>
    <dgm:cxn modelId="{98399F97-10D6-4C58-91FE-0EA0BCC5EFAD}" srcId="{02F8C775-12EE-4916-9C0B-6294298FAD00}" destId="{845CCE3B-6D64-4BB3-B300-37B225D64372}" srcOrd="1" destOrd="0" parTransId="{FD314D74-F874-4BF1-BB48-9D15C30168A4}" sibTransId="{1C944E2B-B2BE-4C2D-9DD5-B9D2292D14BF}"/>
    <dgm:cxn modelId="{293338AF-B821-42D8-92EC-B0369931C8E4}" srcId="{02F8C775-12EE-4916-9C0B-6294298FAD00}" destId="{01BD0C13-C22E-4C5F-9591-5F3F1483738D}" srcOrd="0" destOrd="0" parTransId="{42CFE8BC-0422-42C8-8EEF-B2BDDD76A380}" sibTransId="{EAA6F76F-D848-4A42-8FF0-50207107DE81}"/>
    <dgm:cxn modelId="{899855BE-C202-4E25-9B53-6701125AAC7F}" srcId="{02F8C775-12EE-4916-9C0B-6294298FAD00}" destId="{8B5AEDFA-B995-4F1A-8351-85955FFBA535}" srcOrd="4" destOrd="0" parTransId="{9310ED57-6464-4F64-8FFF-64EA7284745C}" sibTransId="{D2262D08-60CC-4705-930C-DC113B941065}"/>
    <dgm:cxn modelId="{201ACAEF-90C2-4E3E-BADA-78CB8ECB8F1F}" type="presOf" srcId="{01BD0C13-C22E-4C5F-9591-5F3F1483738D}" destId="{D4E24336-8A78-4512-9BFE-C38330CC9169}" srcOrd="0" destOrd="0" presId="urn:microsoft.com/office/officeart/2008/layout/LinedList"/>
    <dgm:cxn modelId="{71464DF0-B55A-4575-B6D0-CCDD87F29EE6}" type="presOf" srcId="{EDA4829F-C4D6-4D48-A765-31CE781C90C8}" destId="{2ADEC38B-6BC2-431A-93BA-261D1A056C9D}" srcOrd="0" destOrd="0" presId="urn:microsoft.com/office/officeart/2008/layout/LinedList"/>
    <dgm:cxn modelId="{87713A81-A5DC-4C9A-AC66-9DB49C03F849}" type="presParOf" srcId="{D524EC83-286F-4D7B-B803-70C60D309AD3}" destId="{69DA1FBA-70F2-4FB4-8D29-9B6CC79FABB4}" srcOrd="0" destOrd="0" presId="urn:microsoft.com/office/officeart/2008/layout/LinedList"/>
    <dgm:cxn modelId="{4B3FAA54-3EA0-401A-99E7-E84D9E30BD39}" type="presParOf" srcId="{D524EC83-286F-4D7B-B803-70C60D309AD3}" destId="{57C1786A-FEF4-4CEF-9717-5C4577FDF7AB}" srcOrd="1" destOrd="0" presId="urn:microsoft.com/office/officeart/2008/layout/LinedList"/>
    <dgm:cxn modelId="{DE1C5E57-2D46-4A1F-AD52-42AB024FBFC4}" type="presParOf" srcId="{57C1786A-FEF4-4CEF-9717-5C4577FDF7AB}" destId="{D4E24336-8A78-4512-9BFE-C38330CC9169}" srcOrd="0" destOrd="0" presId="urn:microsoft.com/office/officeart/2008/layout/LinedList"/>
    <dgm:cxn modelId="{E3191FA0-4950-4EF1-BA22-F764094EBA70}" type="presParOf" srcId="{57C1786A-FEF4-4CEF-9717-5C4577FDF7AB}" destId="{A8FB606D-E8B7-4A83-BA2C-5B796852E814}" srcOrd="1" destOrd="0" presId="urn:microsoft.com/office/officeart/2008/layout/LinedList"/>
    <dgm:cxn modelId="{E33FD5A5-6509-4FCC-B9A8-C4A5C2C42636}" type="presParOf" srcId="{D524EC83-286F-4D7B-B803-70C60D309AD3}" destId="{7079A10B-35C4-4170-ACFD-15425A65B1C9}" srcOrd="2" destOrd="0" presId="urn:microsoft.com/office/officeart/2008/layout/LinedList"/>
    <dgm:cxn modelId="{99CCD11C-A11F-4907-AB92-884DE4FAB9E0}" type="presParOf" srcId="{D524EC83-286F-4D7B-B803-70C60D309AD3}" destId="{C7220ADB-49F9-421B-9F16-7F8852FB9B30}" srcOrd="3" destOrd="0" presId="urn:microsoft.com/office/officeart/2008/layout/LinedList"/>
    <dgm:cxn modelId="{FD4B8567-7CA4-42D8-8C02-94CE248DAA5F}" type="presParOf" srcId="{C7220ADB-49F9-421B-9F16-7F8852FB9B30}" destId="{D3E88C2E-9458-4350-990B-079487A4F84D}" srcOrd="0" destOrd="0" presId="urn:microsoft.com/office/officeart/2008/layout/LinedList"/>
    <dgm:cxn modelId="{034EC234-F644-4B65-A4CE-B6E259449A9F}" type="presParOf" srcId="{C7220ADB-49F9-421B-9F16-7F8852FB9B30}" destId="{903636FA-C316-49E4-BC74-7B23F3E8D63A}" srcOrd="1" destOrd="0" presId="urn:microsoft.com/office/officeart/2008/layout/LinedList"/>
    <dgm:cxn modelId="{6D4F93B3-8670-4A48-9F28-A069CACB8579}" type="presParOf" srcId="{D524EC83-286F-4D7B-B803-70C60D309AD3}" destId="{4F910604-55E9-4618-867C-1F1B0CF60345}" srcOrd="4" destOrd="0" presId="urn:microsoft.com/office/officeart/2008/layout/LinedList"/>
    <dgm:cxn modelId="{464FACC1-5A6E-4B92-9EAB-D364C69FAC8E}" type="presParOf" srcId="{D524EC83-286F-4D7B-B803-70C60D309AD3}" destId="{DADA546E-EB1C-4ECF-966A-C865B178DA30}" srcOrd="5" destOrd="0" presId="urn:microsoft.com/office/officeart/2008/layout/LinedList"/>
    <dgm:cxn modelId="{FE4BB43F-A464-4913-82CC-ACE2EA5CBDC6}" type="presParOf" srcId="{DADA546E-EB1C-4ECF-966A-C865B178DA30}" destId="{406D96B4-E191-46CD-A6F7-3B4A008BEB80}" srcOrd="0" destOrd="0" presId="urn:microsoft.com/office/officeart/2008/layout/LinedList"/>
    <dgm:cxn modelId="{C6D1F60A-E407-4281-8D83-BDED38D7CF47}" type="presParOf" srcId="{DADA546E-EB1C-4ECF-966A-C865B178DA30}" destId="{FCC76046-8137-49FA-B985-15381BC944FE}" srcOrd="1" destOrd="0" presId="urn:microsoft.com/office/officeart/2008/layout/LinedList"/>
    <dgm:cxn modelId="{93AD6B07-9DC0-4AF3-9EFE-A56D6A787E10}" type="presParOf" srcId="{D524EC83-286F-4D7B-B803-70C60D309AD3}" destId="{C4C40616-2613-4100-BF09-B54F0496FB0B}" srcOrd="6" destOrd="0" presId="urn:microsoft.com/office/officeart/2008/layout/LinedList"/>
    <dgm:cxn modelId="{5995CE64-6987-4EFF-997D-74F37235574C}" type="presParOf" srcId="{D524EC83-286F-4D7B-B803-70C60D309AD3}" destId="{9233DE76-0BD2-41C0-9722-6220751AC0DD}" srcOrd="7" destOrd="0" presId="urn:microsoft.com/office/officeart/2008/layout/LinedList"/>
    <dgm:cxn modelId="{A7AE7FE0-5B04-441C-92A6-730E168380DA}" type="presParOf" srcId="{9233DE76-0BD2-41C0-9722-6220751AC0DD}" destId="{2ADEC38B-6BC2-431A-93BA-261D1A056C9D}" srcOrd="0" destOrd="0" presId="urn:microsoft.com/office/officeart/2008/layout/LinedList"/>
    <dgm:cxn modelId="{907D7F95-6A09-4182-BE4F-B185574C9A35}" type="presParOf" srcId="{9233DE76-0BD2-41C0-9722-6220751AC0DD}" destId="{268306DB-6FBA-4C73-9B8B-51CB1D64A2C0}" srcOrd="1" destOrd="0" presId="urn:microsoft.com/office/officeart/2008/layout/LinedList"/>
    <dgm:cxn modelId="{1D581C36-BD03-4DB9-9061-01A44AA609AC}" type="presParOf" srcId="{D524EC83-286F-4D7B-B803-70C60D309AD3}" destId="{BBD7A8DC-74A5-407B-A5E4-0CCE566609C3}" srcOrd="8" destOrd="0" presId="urn:microsoft.com/office/officeart/2008/layout/LinedList"/>
    <dgm:cxn modelId="{048137F3-E7C7-4FCF-9E71-1B1F4AC315C3}" type="presParOf" srcId="{D524EC83-286F-4D7B-B803-70C60D309AD3}" destId="{0A3043B0-B765-4921-B871-7C55F5A91B07}" srcOrd="9" destOrd="0" presId="urn:microsoft.com/office/officeart/2008/layout/LinedList"/>
    <dgm:cxn modelId="{8CF7A073-3851-4B45-A535-E93F7E87035D}" type="presParOf" srcId="{0A3043B0-B765-4921-B871-7C55F5A91B07}" destId="{A612FD83-F0EC-48D0-AB2D-4BA1D5B143A5}" srcOrd="0" destOrd="0" presId="urn:microsoft.com/office/officeart/2008/layout/LinedList"/>
    <dgm:cxn modelId="{945CBC87-E9D8-431D-8C4F-1EA8E71110CC}" type="presParOf" srcId="{0A3043B0-B765-4921-B871-7C55F5A91B07}" destId="{9F763B5B-32C5-4EE8-9A5C-9719D00EBE7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DDB638-E23F-4058-BE9F-B3F4D61A6972}" type="doc">
      <dgm:prSet loTypeId="urn:microsoft.com/office/officeart/2008/layout/LinedList" loCatId="list" qsTypeId="urn:microsoft.com/office/officeart/2005/8/quickstyle/simple2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EC3274FE-F974-4395-83BC-D77A667349F1}">
      <dgm:prSet/>
      <dgm:spPr/>
      <dgm:t>
        <a:bodyPr/>
        <a:lstStyle/>
        <a:p>
          <a:r>
            <a:rPr lang="ru-RU" dirty="0"/>
            <a:t>123 млн+ страниц архивных документов</a:t>
          </a:r>
          <a:endParaRPr lang="en-US" dirty="0"/>
        </a:p>
      </dgm:t>
    </dgm:pt>
    <dgm:pt modelId="{0AECDAB0-98F8-4945-BA82-7066F34F5C59}" type="parTrans" cxnId="{A5C58BA0-483C-489C-BF6C-897D792E37B0}">
      <dgm:prSet/>
      <dgm:spPr/>
      <dgm:t>
        <a:bodyPr/>
        <a:lstStyle/>
        <a:p>
          <a:endParaRPr lang="en-US"/>
        </a:p>
      </dgm:t>
    </dgm:pt>
    <dgm:pt modelId="{01228E12-8F89-449E-8DBB-03247CE7E6F4}" type="sibTrans" cxnId="{A5C58BA0-483C-489C-BF6C-897D792E37B0}">
      <dgm:prSet/>
      <dgm:spPr/>
      <dgm:t>
        <a:bodyPr/>
        <a:lstStyle/>
        <a:p>
          <a:endParaRPr lang="en-US"/>
        </a:p>
      </dgm:t>
    </dgm:pt>
    <dgm:pt modelId="{19BFFC40-2533-43F1-9358-C2B13DFE29D9}">
      <dgm:prSet/>
      <dgm:spPr/>
      <dgm:t>
        <a:bodyPr/>
        <a:lstStyle/>
        <a:p>
          <a:r>
            <a:rPr lang="ru-RU"/>
            <a:t>33 млн+ персональных записей об участниках войны</a:t>
          </a:r>
          <a:endParaRPr lang="en-US"/>
        </a:p>
      </dgm:t>
    </dgm:pt>
    <dgm:pt modelId="{4F021C62-2B41-48CE-B239-A29784B654C1}" type="parTrans" cxnId="{C1B033DC-7652-4E34-BFE6-2DC1260ED51C}">
      <dgm:prSet/>
      <dgm:spPr/>
      <dgm:t>
        <a:bodyPr/>
        <a:lstStyle/>
        <a:p>
          <a:endParaRPr lang="en-US"/>
        </a:p>
      </dgm:t>
    </dgm:pt>
    <dgm:pt modelId="{054F326B-805D-4371-A56E-C9F6E6484732}" type="sibTrans" cxnId="{C1B033DC-7652-4E34-BFE6-2DC1260ED51C}">
      <dgm:prSet/>
      <dgm:spPr/>
      <dgm:t>
        <a:bodyPr/>
        <a:lstStyle/>
        <a:p>
          <a:endParaRPr lang="en-US"/>
        </a:p>
      </dgm:t>
    </dgm:pt>
    <dgm:pt modelId="{477E6B82-0AD4-4F70-AC47-8AFFBB2058D4}">
      <dgm:prSet/>
      <dgm:spPr/>
      <dgm:t>
        <a:bodyPr/>
        <a:lstStyle/>
        <a:p>
          <a:r>
            <a:rPr lang="ru-RU"/>
            <a:t>79 тыс. воинских захоронений</a:t>
          </a:r>
          <a:endParaRPr lang="en-US"/>
        </a:p>
      </dgm:t>
    </dgm:pt>
    <dgm:pt modelId="{FE0B87F8-2594-4147-BEA0-949FFAEF284C}" type="parTrans" cxnId="{DD1C2FFA-13E3-45B7-A1E0-5D6AE51CB182}">
      <dgm:prSet/>
      <dgm:spPr/>
      <dgm:t>
        <a:bodyPr/>
        <a:lstStyle/>
        <a:p>
          <a:endParaRPr lang="en-US"/>
        </a:p>
      </dgm:t>
    </dgm:pt>
    <dgm:pt modelId="{CF8BCD25-6FA1-453F-B73D-CD27D204ECDE}" type="sibTrans" cxnId="{DD1C2FFA-13E3-45B7-A1E0-5D6AE51CB182}">
      <dgm:prSet/>
      <dgm:spPr/>
      <dgm:t>
        <a:bodyPr/>
        <a:lstStyle/>
        <a:p>
          <a:endParaRPr lang="en-US"/>
        </a:p>
      </dgm:t>
    </dgm:pt>
    <dgm:pt modelId="{F362199F-2A30-470C-B7E2-94C013580A84}">
      <dgm:prSet/>
      <dgm:spPr/>
      <dgm:t>
        <a:bodyPr/>
        <a:lstStyle/>
        <a:p>
          <a:r>
            <a:rPr lang="ru-RU"/>
            <a:t>41 млн записей о награждениях</a:t>
          </a:r>
          <a:endParaRPr lang="en-US"/>
        </a:p>
      </dgm:t>
    </dgm:pt>
    <dgm:pt modelId="{232D6295-55B0-4170-8DA2-05CFFC13FD21}" type="parTrans" cxnId="{AF5155DD-1416-48C1-8D93-20EDA33E035C}">
      <dgm:prSet/>
      <dgm:spPr/>
      <dgm:t>
        <a:bodyPr/>
        <a:lstStyle/>
        <a:p>
          <a:endParaRPr lang="en-US"/>
        </a:p>
      </dgm:t>
    </dgm:pt>
    <dgm:pt modelId="{2A9DE5BE-A13A-4170-9569-A04F0673A2E3}" type="sibTrans" cxnId="{AF5155DD-1416-48C1-8D93-20EDA33E035C}">
      <dgm:prSet/>
      <dgm:spPr/>
      <dgm:t>
        <a:bodyPr/>
        <a:lstStyle/>
        <a:p>
          <a:endParaRPr lang="en-US"/>
        </a:p>
      </dgm:t>
    </dgm:pt>
    <dgm:pt modelId="{3E3C5561-9992-4125-9A06-77B4369F39B2}">
      <dgm:prSet/>
      <dgm:spPr/>
      <dgm:t>
        <a:bodyPr/>
        <a:lstStyle/>
        <a:p>
          <a:r>
            <a:rPr lang="ru-RU"/>
            <a:t>20 млн посетителей в год из 200+ стран</a:t>
          </a:r>
          <a:endParaRPr lang="en-US"/>
        </a:p>
      </dgm:t>
    </dgm:pt>
    <dgm:pt modelId="{DCD221E1-524A-4BC1-BC60-B89E3B17470D}" type="parTrans" cxnId="{F1452356-3FFF-4B9A-A08E-FA44DE56C6DB}">
      <dgm:prSet/>
      <dgm:spPr/>
      <dgm:t>
        <a:bodyPr/>
        <a:lstStyle/>
        <a:p>
          <a:endParaRPr lang="en-US"/>
        </a:p>
      </dgm:t>
    </dgm:pt>
    <dgm:pt modelId="{6BA7A349-844D-4200-9971-409129064AF4}" type="sibTrans" cxnId="{F1452356-3FFF-4B9A-A08E-FA44DE56C6DB}">
      <dgm:prSet/>
      <dgm:spPr/>
      <dgm:t>
        <a:bodyPr/>
        <a:lstStyle/>
        <a:p>
          <a:endParaRPr lang="en-US"/>
        </a:p>
      </dgm:t>
    </dgm:pt>
    <dgm:pt modelId="{C13DC949-E472-4DFD-8BE6-33CFED8D5DB0}" type="pres">
      <dgm:prSet presAssocID="{3DDDB638-E23F-4058-BE9F-B3F4D61A6972}" presName="vert0" presStyleCnt="0">
        <dgm:presLayoutVars>
          <dgm:dir/>
          <dgm:animOne val="branch"/>
          <dgm:animLvl val="lvl"/>
        </dgm:presLayoutVars>
      </dgm:prSet>
      <dgm:spPr/>
    </dgm:pt>
    <dgm:pt modelId="{AE3A5228-73FE-4886-A445-1D1E9551CEDE}" type="pres">
      <dgm:prSet presAssocID="{EC3274FE-F974-4395-83BC-D77A667349F1}" presName="thickLine" presStyleLbl="alignNode1" presStyleIdx="0" presStyleCnt="5"/>
      <dgm:spPr/>
    </dgm:pt>
    <dgm:pt modelId="{C6CC018D-A180-499B-ACEF-F78569A8C794}" type="pres">
      <dgm:prSet presAssocID="{EC3274FE-F974-4395-83BC-D77A667349F1}" presName="horz1" presStyleCnt="0"/>
      <dgm:spPr/>
    </dgm:pt>
    <dgm:pt modelId="{51F3E372-E90C-419F-99E9-3C2E424D35D1}" type="pres">
      <dgm:prSet presAssocID="{EC3274FE-F974-4395-83BC-D77A667349F1}" presName="tx1" presStyleLbl="revTx" presStyleIdx="0" presStyleCnt="5"/>
      <dgm:spPr/>
    </dgm:pt>
    <dgm:pt modelId="{19A7FA75-0444-4D9A-B653-2BBC1E8DF3CB}" type="pres">
      <dgm:prSet presAssocID="{EC3274FE-F974-4395-83BC-D77A667349F1}" presName="vert1" presStyleCnt="0"/>
      <dgm:spPr/>
    </dgm:pt>
    <dgm:pt modelId="{43FA286B-DA5B-49F8-9FE5-731FE974D2B3}" type="pres">
      <dgm:prSet presAssocID="{19BFFC40-2533-43F1-9358-C2B13DFE29D9}" presName="thickLine" presStyleLbl="alignNode1" presStyleIdx="1" presStyleCnt="5"/>
      <dgm:spPr/>
    </dgm:pt>
    <dgm:pt modelId="{325F9BAA-EFB5-4046-99C0-D220AC1880A4}" type="pres">
      <dgm:prSet presAssocID="{19BFFC40-2533-43F1-9358-C2B13DFE29D9}" presName="horz1" presStyleCnt="0"/>
      <dgm:spPr/>
    </dgm:pt>
    <dgm:pt modelId="{CF630217-F4CF-482B-872A-69728B03EB6E}" type="pres">
      <dgm:prSet presAssocID="{19BFFC40-2533-43F1-9358-C2B13DFE29D9}" presName="tx1" presStyleLbl="revTx" presStyleIdx="1" presStyleCnt="5"/>
      <dgm:spPr/>
    </dgm:pt>
    <dgm:pt modelId="{5D53DF89-D2F3-411C-A7F6-726D29C68FBC}" type="pres">
      <dgm:prSet presAssocID="{19BFFC40-2533-43F1-9358-C2B13DFE29D9}" presName="vert1" presStyleCnt="0"/>
      <dgm:spPr/>
    </dgm:pt>
    <dgm:pt modelId="{620AA06D-0724-44B0-8BA6-E6E8F2B2BC71}" type="pres">
      <dgm:prSet presAssocID="{477E6B82-0AD4-4F70-AC47-8AFFBB2058D4}" presName="thickLine" presStyleLbl="alignNode1" presStyleIdx="2" presStyleCnt="5"/>
      <dgm:spPr/>
    </dgm:pt>
    <dgm:pt modelId="{CAF96B39-FAEE-4F87-8DF0-9CDDC93CABC5}" type="pres">
      <dgm:prSet presAssocID="{477E6B82-0AD4-4F70-AC47-8AFFBB2058D4}" presName="horz1" presStyleCnt="0"/>
      <dgm:spPr/>
    </dgm:pt>
    <dgm:pt modelId="{61E8D6CD-FCCF-44B5-BACD-FD7391A81056}" type="pres">
      <dgm:prSet presAssocID="{477E6B82-0AD4-4F70-AC47-8AFFBB2058D4}" presName="tx1" presStyleLbl="revTx" presStyleIdx="2" presStyleCnt="5"/>
      <dgm:spPr/>
    </dgm:pt>
    <dgm:pt modelId="{2E1E5F69-B5F5-426B-88EE-80E8D87976FA}" type="pres">
      <dgm:prSet presAssocID="{477E6B82-0AD4-4F70-AC47-8AFFBB2058D4}" presName="vert1" presStyleCnt="0"/>
      <dgm:spPr/>
    </dgm:pt>
    <dgm:pt modelId="{667E34A5-0D23-4762-867E-8F03E2273F67}" type="pres">
      <dgm:prSet presAssocID="{F362199F-2A30-470C-B7E2-94C013580A84}" presName="thickLine" presStyleLbl="alignNode1" presStyleIdx="3" presStyleCnt="5"/>
      <dgm:spPr/>
    </dgm:pt>
    <dgm:pt modelId="{19375E04-92F6-46BA-B62A-BD445CF9BA4C}" type="pres">
      <dgm:prSet presAssocID="{F362199F-2A30-470C-B7E2-94C013580A84}" presName="horz1" presStyleCnt="0"/>
      <dgm:spPr/>
    </dgm:pt>
    <dgm:pt modelId="{6D7EE96E-93D6-4EFE-BF5C-2257829E8C82}" type="pres">
      <dgm:prSet presAssocID="{F362199F-2A30-470C-B7E2-94C013580A84}" presName="tx1" presStyleLbl="revTx" presStyleIdx="3" presStyleCnt="5"/>
      <dgm:spPr/>
    </dgm:pt>
    <dgm:pt modelId="{ABE2FFA3-E8FE-4560-9114-53E360E3FCB2}" type="pres">
      <dgm:prSet presAssocID="{F362199F-2A30-470C-B7E2-94C013580A84}" presName="vert1" presStyleCnt="0"/>
      <dgm:spPr/>
    </dgm:pt>
    <dgm:pt modelId="{718FAABA-CBC5-47B7-BFED-354EED62995A}" type="pres">
      <dgm:prSet presAssocID="{3E3C5561-9992-4125-9A06-77B4369F39B2}" presName="thickLine" presStyleLbl="alignNode1" presStyleIdx="4" presStyleCnt="5"/>
      <dgm:spPr/>
    </dgm:pt>
    <dgm:pt modelId="{B7A70F0F-3271-4180-85B2-5026544C56B9}" type="pres">
      <dgm:prSet presAssocID="{3E3C5561-9992-4125-9A06-77B4369F39B2}" presName="horz1" presStyleCnt="0"/>
      <dgm:spPr/>
    </dgm:pt>
    <dgm:pt modelId="{5117918B-2197-4B01-B25A-1D723E2E7D5C}" type="pres">
      <dgm:prSet presAssocID="{3E3C5561-9992-4125-9A06-77B4369F39B2}" presName="tx1" presStyleLbl="revTx" presStyleIdx="4" presStyleCnt="5"/>
      <dgm:spPr/>
    </dgm:pt>
    <dgm:pt modelId="{BB565682-ACE2-46E7-B4CD-8AF475D56ED5}" type="pres">
      <dgm:prSet presAssocID="{3E3C5561-9992-4125-9A06-77B4369F39B2}" presName="vert1" presStyleCnt="0"/>
      <dgm:spPr/>
    </dgm:pt>
  </dgm:ptLst>
  <dgm:cxnLst>
    <dgm:cxn modelId="{2901CA21-37D5-46CD-ABBD-A5DF55BB7E9C}" type="presOf" srcId="{477E6B82-0AD4-4F70-AC47-8AFFBB2058D4}" destId="{61E8D6CD-FCCF-44B5-BACD-FD7391A81056}" srcOrd="0" destOrd="0" presId="urn:microsoft.com/office/officeart/2008/layout/LinedList"/>
    <dgm:cxn modelId="{37129726-BC99-42C8-91DD-7E661650A6F4}" type="presOf" srcId="{3E3C5561-9992-4125-9A06-77B4369F39B2}" destId="{5117918B-2197-4B01-B25A-1D723E2E7D5C}" srcOrd="0" destOrd="0" presId="urn:microsoft.com/office/officeart/2008/layout/LinedList"/>
    <dgm:cxn modelId="{8665016C-259F-4BEE-A941-A566C0C454D1}" type="presOf" srcId="{3DDDB638-E23F-4058-BE9F-B3F4D61A6972}" destId="{C13DC949-E472-4DFD-8BE6-33CFED8D5DB0}" srcOrd="0" destOrd="0" presId="urn:microsoft.com/office/officeart/2008/layout/LinedList"/>
    <dgm:cxn modelId="{E64DB14E-EA42-4176-89ED-A5E4BC708D8A}" type="presOf" srcId="{19BFFC40-2533-43F1-9358-C2B13DFE29D9}" destId="{CF630217-F4CF-482B-872A-69728B03EB6E}" srcOrd="0" destOrd="0" presId="urn:microsoft.com/office/officeart/2008/layout/LinedList"/>
    <dgm:cxn modelId="{FBED576F-77F6-418D-86CD-C38615560AD0}" type="presOf" srcId="{EC3274FE-F974-4395-83BC-D77A667349F1}" destId="{51F3E372-E90C-419F-99E9-3C2E424D35D1}" srcOrd="0" destOrd="0" presId="urn:microsoft.com/office/officeart/2008/layout/LinedList"/>
    <dgm:cxn modelId="{F1452356-3FFF-4B9A-A08E-FA44DE56C6DB}" srcId="{3DDDB638-E23F-4058-BE9F-B3F4D61A6972}" destId="{3E3C5561-9992-4125-9A06-77B4369F39B2}" srcOrd="4" destOrd="0" parTransId="{DCD221E1-524A-4BC1-BC60-B89E3B17470D}" sibTransId="{6BA7A349-844D-4200-9971-409129064AF4}"/>
    <dgm:cxn modelId="{3C242998-A183-433D-98DA-DF78F292469A}" type="presOf" srcId="{F362199F-2A30-470C-B7E2-94C013580A84}" destId="{6D7EE96E-93D6-4EFE-BF5C-2257829E8C82}" srcOrd="0" destOrd="0" presId="urn:microsoft.com/office/officeart/2008/layout/LinedList"/>
    <dgm:cxn modelId="{A5C58BA0-483C-489C-BF6C-897D792E37B0}" srcId="{3DDDB638-E23F-4058-BE9F-B3F4D61A6972}" destId="{EC3274FE-F974-4395-83BC-D77A667349F1}" srcOrd="0" destOrd="0" parTransId="{0AECDAB0-98F8-4945-BA82-7066F34F5C59}" sibTransId="{01228E12-8F89-449E-8DBB-03247CE7E6F4}"/>
    <dgm:cxn modelId="{C1B033DC-7652-4E34-BFE6-2DC1260ED51C}" srcId="{3DDDB638-E23F-4058-BE9F-B3F4D61A6972}" destId="{19BFFC40-2533-43F1-9358-C2B13DFE29D9}" srcOrd="1" destOrd="0" parTransId="{4F021C62-2B41-48CE-B239-A29784B654C1}" sibTransId="{054F326B-805D-4371-A56E-C9F6E6484732}"/>
    <dgm:cxn modelId="{AF5155DD-1416-48C1-8D93-20EDA33E035C}" srcId="{3DDDB638-E23F-4058-BE9F-B3F4D61A6972}" destId="{F362199F-2A30-470C-B7E2-94C013580A84}" srcOrd="3" destOrd="0" parTransId="{232D6295-55B0-4170-8DA2-05CFFC13FD21}" sibTransId="{2A9DE5BE-A13A-4170-9569-A04F0673A2E3}"/>
    <dgm:cxn modelId="{DD1C2FFA-13E3-45B7-A1E0-5D6AE51CB182}" srcId="{3DDDB638-E23F-4058-BE9F-B3F4D61A6972}" destId="{477E6B82-0AD4-4F70-AC47-8AFFBB2058D4}" srcOrd="2" destOrd="0" parTransId="{FE0B87F8-2594-4147-BEA0-949FFAEF284C}" sibTransId="{CF8BCD25-6FA1-453F-B73D-CD27D204ECDE}"/>
    <dgm:cxn modelId="{CE8136D7-F313-4AD0-87B4-B9A38AFC471C}" type="presParOf" srcId="{C13DC949-E472-4DFD-8BE6-33CFED8D5DB0}" destId="{AE3A5228-73FE-4886-A445-1D1E9551CEDE}" srcOrd="0" destOrd="0" presId="urn:microsoft.com/office/officeart/2008/layout/LinedList"/>
    <dgm:cxn modelId="{36946608-2AD5-4BB1-8224-0FF148B30D5D}" type="presParOf" srcId="{C13DC949-E472-4DFD-8BE6-33CFED8D5DB0}" destId="{C6CC018D-A180-499B-ACEF-F78569A8C794}" srcOrd="1" destOrd="0" presId="urn:microsoft.com/office/officeart/2008/layout/LinedList"/>
    <dgm:cxn modelId="{E5C14A61-9B7F-495F-993F-E419477D6B09}" type="presParOf" srcId="{C6CC018D-A180-499B-ACEF-F78569A8C794}" destId="{51F3E372-E90C-419F-99E9-3C2E424D35D1}" srcOrd="0" destOrd="0" presId="urn:microsoft.com/office/officeart/2008/layout/LinedList"/>
    <dgm:cxn modelId="{232B4C2B-43FC-4EC4-907D-69A384E734A4}" type="presParOf" srcId="{C6CC018D-A180-499B-ACEF-F78569A8C794}" destId="{19A7FA75-0444-4D9A-B653-2BBC1E8DF3CB}" srcOrd="1" destOrd="0" presId="urn:microsoft.com/office/officeart/2008/layout/LinedList"/>
    <dgm:cxn modelId="{46E0FCD0-E5B7-4BE1-BA24-249A5A5B5E95}" type="presParOf" srcId="{C13DC949-E472-4DFD-8BE6-33CFED8D5DB0}" destId="{43FA286B-DA5B-49F8-9FE5-731FE974D2B3}" srcOrd="2" destOrd="0" presId="urn:microsoft.com/office/officeart/2008/layout/LinedList"/>
    <dgm:cxn modelId="{C4B39EAA-8265-489B-9135-A3775625BAC5}" type="presParOf" srcId="{C13DC949-E472-4DFD-8BE6-33CFED8D5DB0}" destId="{325F9BAA-EFB5-4046-99C0-D220AC1880A4}" srcOrd="3" destOrd="0" presId="urn:microsoft.com/office/officeart/2008/layout/LinedList"/>
    <dgm:cxn modelId="{025F3E8F-3715-4C25-9C1E-43DACCFEFABC}" type="presParOf" srcId="{325F9BAA-EFB5-4046-99C0-D220AC1880A4}" destId="{CF630217-F4CF-482B-872A-69728B03EB6E}" srcOrd="0" destOrd="0" presId="urn:microsoft.com/office/officeart/2008/layout/LinedList"/>
    <dgm:cxn modelId="{AE627DC9-0BE5-408F-ACA7-1A628543113F}" type="presParOf" srcId="{325F9BAA-EFB5-4046-99C0-D220AC1880A4}" destId="{5D53DF89-D2F3-411C-A7F6-726D29C68FBC}" srcOrd="1" destOrd="0" presId="urn:microsoft.com/office/officeart/2008/layout/LinedList"/>
    <dgm:cxn modelId="{B628DD83-AEC5-4E21-86CA-6F8F7914A456}" type="presParOf" srcId="{C13DC949-E472-4DFD-8BE6-33CFED8D5DB0}" destId="{620AA06D-0724-44B0-8BA6-E6E8F2B2BC71}" srcOrd="4" destOrd="0" presId="urn:microsoft.com/office/officeart/2008/layout/LinedList"/>
    <dgm:cxn modelId="{C588030A-2344-4E41-819B-8D5C2F565AB2}" type="presParOf" srcId="{C13DC949-E472-4DFD-8BE6-33CFED8D5DB0}" destId="{CAF96B39-FAEE-4F87-8DF0-9CDDC93CABC5}" srcOrd="5" destOrd="0" presId="urn:microsoft.com/office/officeart/2008/layout/LinedList"/>
    <dgm:cxn modelId="{4ABEDC1C-5A3B-44D7-9B23-157107F201F0}" type="presParOf" srcId="{CAF96B39-FAEE-4F87-8DF0-9CDDC93CABC5}" destId="{61E8D6CD-FCCF-44B5-BACD-FD7391A81056}" srcOrd="0" destOrd="0" presId="urn:microsoft.com/office/officeart/2008/layout/LinedList"/>
    <dgm:cxn modelId="{CDD23627-689F-480C-9261-6C110AF7D5AB}" type="presParOf" srcId="{CAF96B39-FAEE-4F87-8DF0-9CDDC93CABC5}" destId="{2E1E5F69-B5F5-426B-88EE-80E8D87976FA}" srcOrd="1" destOrd="0" presId="urn:microsoft.com/office/officeart/2008/layout/LinedList"/>
    <dgm:cxn modelId="{50438978-51B4-4E17-8BEF-F5DEB4BA3320}" type="presParOf" srcId="{C13DC949-E472-4DFD-8BE6-33CFED8D5DB0}" destId="{667E34A5-0D23-4762-867E-8F03E2273F67}" srcOrd="6" destOrd="0" presId="urn:microsoft.com/office/officeart/2008/layout/LinedList"/>
    <dgm:cxn modelId="{83476F57-2BDF-46F4-8539-9983EC9AF9E9}" type="presParOf" srcId="{C13DC949-E472-4DFD-8BE6-33CFED8D5DB0}" destId="{19375E04-92F6-46BA-B62A-BD445CF9BA4C}" srcOrd="7" destOrd="0" presId="urn:microsoft.com/office/officeart/2008/layout/LinedList"/>
    <dgm:cxn modelId="{CB14C56A-C4CB-45BB-BD98-0E1BE8FD13F3}" type="presParOf" srcId="{19375E04-92F6-46BA-B62A-BD445CF9BA4C}" destId="{6D7EE96E-93D6-4EFE-BF5C-2257829E8C82}" srcOrd="0" destOrd="0" presId="urn:microsoft.com/office/officeart/2008/layout/LinedList"/>
    <dgm:cxn modelId="{25EBC8BE-2349-45C5-B624-33485132F15D}" type="presParOf" srcId="{19375E04-92F6-46BA-B62A-BD445CF9BA4C}" destId="{ABE2FFA3-E8FE-4560-9114-53E360E3FCB2}" srcOrd="1" destOrd="0" presId="urn:microsoft.com/office/officeart/2008/layout/LinedList"/>
    <dgm:cxn modelId="{3A4C0F54-7393-4F2C-AA39-2998D2F46581}" type="presParOf" srcId="{C13DC949-E472-4DFD-8BE6-33CFED8D5DB0}" destId="{718FAABA-CBC5-47B7-BFED-354EED62995A}" srcOrd="8" destOrd="0" presId="urn:microsoft.com/office/officeart/2008/layout/LinedList"/>
    <dgm:cxn modelId="{ED33913C-1F7F-4BF8-86FC-0E91C1918D4C}" type="presParOf" srcId="{C13DC949-E472-4DFD-8BE6-33CFED8D5DB0}" destId="{B7A70F0F-3271-4180-85B2-5026544C56B9}" srcOrd="9" destOrd="0" presId="urn:microsoft.com/office/officeart/2008/layout/LinedList"/>
    <dgm:cxn modelId="{72595724-5562-4456-A6E2-348DC3B8DD17}" type="presParOf" srcId="{B7A70F0F-3271-4180-85B2-5026544C56B9}" destId="{5117918B-2197-4B01-B25A-1D723E2E7D5C}" srcOrd="0" destOrd="0" presId="urn:microsoft.com/office/officeart/2008/layout/LinedList"/>
    <dgm:cxn modelId="{628DCD6B-64A1-49C5-B8BE-968B0AF86CB6}" type="presParOf" srcId="{B7A70F0F-3271-4180-85B2-5026544C56B9}" destId="{BB565682-ACE2-46E7-B4CD-8AF475D56ED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59572D-1FA6-434D-B008-BA88004AE81D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E3D7066-EF94-432D-B5FE-676CE69E1198}">
      <dgm:prSet/>
      <dgm:spPr/>
      <dgm:t>
        <a:bodyPr/>
        <a:lstStyle/>
        <a:p>
          <a:r>
            <a:rPr lang="ru-RU" baseline="0"/>
            <a:t>Восстановление судеб погибших и пропавших без вести</a:t>
          </a:r>
          <a:endParaRPr lang="en-US"/>
        </a:p>
      </dgm:t>
    </dgm:pt>
    <dgm:pt modelId="{46502221-A9C1-4268-87BA-3C4C7C87F17C}" type="parTrans" cxnId="{84C33CAA-C8DE-4CB1-9590-2C995BE4DD3C}">
      <dgm:prSet/>
      <dgm:spPr/>
      <dgm:t>
        <a:bodyPr/>
        <a:lstStyle/>
        <a:p>
          <a:endParaRPr lang="en-US"/>
        </a:p>
      </dgm:t>
    </dgm:pt>
    <dgm:pt modelId="{FA52C48C-2BBE-4916-A46A-C53A9381CA1F}" type="sibTrans" cxnId="{84C33CAA-C8DE-4CB1-9590-2C995BE4DD3C}">
      <dgm:prSet/>
      <dgm:spPr/>
      <dgm:t>
        <a:bodyPr/>
        <a:lstStyle/>
        <a:p>
          <a:endParaRPr lang="en-US"/>
        </a:p>
      </dgm:t>
    </dgm:pt>
    <dgm:pt modelId="{29CD37DC-8CA2-47BB-82B7-11F5FA23BA2D}">
      <dgm:prSet/>
      <dgm:spPr/>
      <dgm:t>
        <a:bodyPr/>
        <a:lstStyle/>
        <a:p>
          <a:r>
            <a:rPr lang="ru-RU" baseline="0"/>
            <a:t>Сохранение исторической правды</a:t>
          </a:r>
          <a:endParaRPr lang="en-US"/>
        </a:p>
      </dgm:t>
    </dgm:pt>
    <dgm:pt modelId="{83BC5619-E789-43EB-8825-E66A79B6A3C5}" type="parTrans" cxnId="{D66B2B47-E36D-4503-AF07-AB808B454BB2}">
      <dgm:prSet/>
      <dgm:spPr/>
      <dgm:t>
        <a:bodyPr/>
        <a:lstStyle/>
        <a:p>
          <a:endParaRPr lang="en-US"/>
        </a:p>
      </dgm:t>
    </dgm:pt>
    <dgm:pt modelId="{867343E6-AE5E-412C-AFE6-F5442B2CAD4B}" type="sibTrans" cxnId="{D66B2B47-E36D-4503-AF07-AB808B454BB2}">
      <dgm:prSet/>
      <dgm:spPr/>
      <dgm:t>
        <a:bodyPr/>
        <a:lstStyle/>
        <a:p>
          <a:endParaRPr lang="en-US"/>
        </a:p>
      </dgm:t>
    </dgm:pt>
    <dgm:pt modelId="{D76E274E-B44E-4B43-915C-D7A89042EA85}">
      <dgm:prSet/>
      <dgm:spPr/>
      <dgm:t>
        <a:bodyPr/>
        <a:lstStyle/>
        <a:p>
          <a:r>
            <a:rPr lang="ru-RU" baseline="0"/>
            <a:t>Противодействие фальсификации истории</a:t>
          </a:r>
          <a:endParaRPr lang="en-US"/>
        </a:p>
      </dgm:t>
    </dgm:pt>
    <dgm:pt modelId="{9DAE20E2-F573-45BE-A038-D5405EC48ECA}" type="parTrans" cxnId="{445F9180-2E4F-4B58-8828-0E5E90978E12}">
      <dgm:prSet/>
      <dgm:spPr/>
      <dgm:t>
        <a:bodyPr/>
        <a:lstStyle/>
        <a:p>
          <a:endParaRPr lang="en-US"/>
        </a:p>
      </dgm:t>
    </dgm:pt>
    <dgm:pt modelId="{178D696E-E3D5-442B-ADD6-3CAE42A6657E}" type="sibTrans" cxnId="{445F9180-2E4F-4B58-8828-0E5E90978E12}">
      <dgm:prSet/>
      <dgm:spPr/>
      <dgm:t>
        <a:bodyPr/>
        <a:lstStyle/>
        <a:p>
          <a:endParaRPr lang="en-US"/>
        </a:p>
      </dgm:t>
    </dgm:pt>
    <dgm:pt modelId="{0E3BB038-129D-440B-926E-FF991D4B0777}">
      <dgm:prSet/>
      <dgm:spPr/>
      <dgm:t>
        <a:bodyPr/>
        <a:lstStyle/>
        <a:p>
          <a:r>
            <a:rPr lang="ru-RU" baseline="0"/>
            <a:t>Формирование семейных архивов</a:t>
          </a:r>
          <a:endParaRPr lang="en-US"/>
        </a:p>
      </dgm:t>
    </dgm:pt>
    <dgm:pt modelId="{DB8A002B-58FF-423F-9392-86BC131F2769}" type="parTrans" cxnId="{626B431E-5E08-4639-BE52-55E2AED658D6}">
      <dgm:prSet/>
      <dgm:spPr/>
      <dgm:t>
        <a:bodyPr/>
        <a:lstStyle/>
        <a:p>
          <a:endParaRPr lang="en-US"/>
        </a:p>
      </dgm:t>
    </dgm:pt>
    <dgm:pt modelId="{1FBF76C9-51ED-4B2E-B3DE-F00983F5599E}" type="sibTrans" cxnId="{626B431E-5E08-4639-BE52-55E2AED658D6}">
      <dgm:prSet/>
      <dgm:spPr/>
      <dgm:t>
        <a:bodyPr/>
        <a:lstStyle/>
        <a:p>
          <a:endParaRPr lang="en-US"/>
        </a:p>
      </dgm:t>
    </dgm:pt>
    <dgm:pt modelId="{196929E8-B992-4D88-B0BD-1D1FFCA91968}" type="pres">
      <dgm:prSet presAssocID="{B859572D-1FA6-434D-B008-BA88004AE81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B136BBD-2E47-44D4-A275-48DDC4790442}" type="pres">
      <dgm:prSet presAssocID="{CE3D7066-EF94-432D-B5FE-676CE69E1198}" presName="hierRoot1" presStyleCnt="0"/>
      <dgm:spPr/>
    </dgm:pt>
    <dgm:pt modelId="{192AB653-0053-4B85-9F5B-08D0A83DC0CE}" type="pres">
      <dgm:prSet presAssocID="{CE3D7066-EF94-432D-B5FE-676CE69E1198}" presName="composite" presStyleCnt="0"/>
      <dgm:spPr/>
    </dgm:pt>
    <dgm:pt modelId="{53A73173-7FC7-48A7-BE27-F3FC57645CDC}" type="pres">
      <dgm:prSet presAssocID="{CE3D7066-EF94-432D-B5FE-676CE69E1198}" presName="background" presStyleLbl="node0" presStyleIdx="0" presStyleCnt="4"/>
      <dgm:spPr/>
    </dgm:pt>
    <dgm:pt modelId="{F0F93719-5398-4E0C-A59E-13E83A203ABD}" type="pres">
      <dgm:prSet presAssocID="{CE3D7066-EF94-432D-B5FE-676CE69E1198}" presName="text" presStyleLbl="fgAcc0" presStyleIdx="0" presStyleCnt="4">
        <dgm:presLayoutVars>
          <dgm:chPref val="3"/>
        </dgm:presLayoutVars>
      </dgm:prSet>
      <dgm:spPr/>
    </dgm:pt>
    <dgm:pt modelId="{BB15B0DD-BD45-4DFF-8562-867364315289}" type="pres">
      <dgm:prSet presAssocID="{CE3D7066-EF94-432D-B5FE-676CE69E1198}" presName="hierChild2" presStyleCnt="0"/>
      <dgm:spPr/>
    </dgm:pt>
    <dgm:pt modelId="{EE6AFA3F-1EAF-4743-A200-CB241CFEE6C0}" type="pres">
      <dgm:prSet presAssocID="{29CD37DC-8CA2-47BB-82B7-11F5FA23BA2D}" presName="hierRoot1" presStyleCnt="0"/>
      <dgm:spPr/>
    </dgm:pt>
    <dgm:pt modelId="{A9D0B7AD-FEDD-465E-97B0-397443603660}" type="pres">
      <dgm:prSet presAssocID="{29CD37DC-8CA2-47BB-82B7-11F5FA23BA2D}" presName="composite" presStyleCnt="0"/>
      <dgm:spPr/>
    </dgm:pt>
    <dgm:pt modelId="{921589AA-A548-4CB0-A996-8796D077867F}" type="pres">
      <dgm:prSet presAssocID="{29CD37DC-8CA2-47BB-82B7-11F5FA23BA2D}" presName="background" presStyleLbl="node0" presStyleIdx="1" presStyleCnt="4"/>
      <dgm:spPr/>
    </dgm:pt>
    <dgm:pt modelId="{736F3790-43FA-42DF-8B46-7C7D80125DA0}" type="pres">
      <dgm:prSet presAssocID="{29CD37DC-8CA2-47BB-82B7-11F5FA23BA2D}" presName="text" presStyleLbl="fgAcc0" presStyleIdx="1" presStyleCnt="4">
        <dgm:presLayoutVars>
          <dgm:chPref val="3"/>
        </dgm:presLayoutVars>
      </dgm:prSet>
      <dgm:spPr/>
    </dgm:pt>
    <dgm:pt modelId="{81B8B8F5-3635-4497-8751-E3A4B8354BD2}" type="pres">
      <dgm:prSet presAssocID="{29CD37DC-8CA2-47BB-82B7-11F5FA23BA2D}" presName="hierChild2" presStyleCnt="0"/>
      <dgm:spPr/>
    </dgm:pt>
    <dgm:pt modelId="{083160F8-4EC0-40F3-AAEF-E10BBB081F90}" type="pres">
      <dgm:prSet presAssocID="{D76E274E-B44E-4B43-915C-D7A89042EA85}" presName="hierRoot1" presStyleCnt="0"/>
      <dgm:spPr/>
    </dgm:pt>
    <dgm:pt modelId="{E285E69B-A13D-4A3D-9CCD-09AE890C131F}" type="pres">
      <dgm:prSet presAssocID="{D76E274E-B44E-4B43-915C-D7A89042EA85}" presName="composite" presStyleCnt="0"/>
      <dgm:spPr/>
    </dgm:pt>
    <dgm:pt modelId="{2D09E56B-BCBF-4026-9439-554FC235AA39}" type="pres">
      <dgm:prSet presAssocID="{D76E274E-B44E-4B43-915C-D7A89042EA85}" presName="background" presStyleLbl="node0" presStyleIdx="2" presStyleCnt="4"/>
      <dgm:spPr/>
    </dgm:pt>
    <dgm:pt modelId="{F527BC10-A2CA-4108-8980-649F14865502}" type="pres">
      <dgm:prSet presAssocID="{D76E274E-B44E-4B43-915C-D7A89042EA85}" presName="text" presStyleLbl="fgAcc0" presStyleIdx="2" presStyleCnt="4">
        <dgm:presLayoutVars>
          <dgm:chPref val="3"/>
        </dgm:presLayoutVars>
      </dgm:prSet>
      <dgm:spPr/>
    </dgm:pt>
    <dgm:pt modelId="{3402DF0E-F934-4715-8E0B-5EC8C8D0A903}" type="pres">
      <dgm:prSet presAssocID="{D76E274E-B44E-4B43-915C-D7A89042EA85}" presName="hierChild2" presStyleCnt="0"/>
      <dgm:spPr/>
    </dgm:pt>
    <dgm:pt modelId="{254E43DC-EA40-41E1-8B89-6419B556C0CE}" type="pres">
      <dgm:prSet presAssocID="{0E3BB038-129D-440B-926E-FF991D4B0777}" presName="hierRoot1" presStyleCnt="0"/>
      <dgm:spPr/>
    </dgm:pt>
    <dgm:pt modelId="{D01FB5E4-0225-4760-A15C-1DA3A4709EF3}" type="pres">
      <dgm:prSet presAssocID="{0E3BB038-129D-440B-926E-FF991D4B0777}" presName="composite" presStyleCnt="0"/>
      <dgm:spPr/>
    </dgm:pt>
    <dgm:pt modelId="{C368B423-080C-4F3F-A1CE-6BB22738766D}" type="pres">
      <dgm:prSet presAssocID="{0E3BB038-129D-440B-926E-FF991D4B0777}" presName="background" presStyleLbl="node0" presStyleIdx="3" presStyleCnt="4"/>
      <dgm:spPr/>
    </dgm:pt>
    <dgm:pt modelId="{FAD4F99B-91E6-4D0B-B1E6-115FE7E3B8B9}" type="pres">
      <dgm:prSet presAssocID="{0E3BB038-129D-440B-926E-FF991D4B0777}" presName="text" presStyleLbl="fgAcc0" presStyleIdx="3" presStyleCnt="4">
        <dgm:presLayoutVars>
          <dgm:chPref val="3"/>
        </dgm:presLayoutVars>
      </dgm:prSet>
      <dgm:spPr/>
    </dgm:pt>
    <dgm:pt modelId="{96C34874-C2EB-4B8C-986D-39743E0C320D}" type="pres">
      <dgm:prSet presAssocID="{0E3BB038-129D-440B-926E-FF991D4B0777}" presName="hierChild2" presStyleCnt="0"/>
      <dgm:spPr/>
    </dgm:pt>
  </dgm:ptLst>
  <dgm:cxnLst>
    <dgm:cxn modelId="{F0614C14-B643-4E5E-BE8C-67028F750384}" type="presOf" srcId="{CE3D7066-EF94-432D-B5FE-676CE69E1198}" destId="{F0F93719-5398-4E0C-A59E-13E83A203ABD}" srcOrd="0" destOrd="0" presId="urn:microsoft.com/office/officeart/2005/8/layout/hierarchy1"/>
    <dgm:cxn modelId="{626B431E-5E08-4639-BE52-55E2AED658D6}" srcId="{B859572D-1FA6-434D-B008-BA88004AE81D}" destId="{0E3BB038-129D-440B-926E-FF991D4B0777}" srcOrd="3" destOrd="0" parTransId="{DB8A002B-58FF-423F-9392-86BC131F2769}" sibTransId="{1FBF76C9-51ED-4B2E-B3DE-F00983F5599E}"/>
    <dgm:cxn modelId="{D82EB538-B139-4C3A-A8CA-C4D1BBD4A970}" type="presOf" srcId="{0E3BB038-129D-440B-926E-FF991D4B0777}" destId="{FAD4F99B-91E6-4D0B-B1E6-115FE7E3B8B9}" srcOrd="0" destOrd="0" presId="urn:microsoft.com/office/officeart/2005/8/layout/hierarchy1"/>
    <dgm:cxn modelId="{01C0D03D-5E05-4FB9-BEE0-28BF8E5081FB}" type="presOf" srcId="{D76E274E-B44E-4B43-915C-D7A89042EA85}" destId="{F527BC10-A2CA-4108-8980-649F14865502}" srcOrd="0" destOrd="0" presId="urn:microsoft.com/office/officeart/2005/8/layout/hierarchy1"/>
    <dgm:cxn modelId="{C1AB835E-C5C6-4EDA-B0E9-B9B04D1AFF03}" type="presOf" srcId="{29CD37DC-8CA2-47BB-82B7-11F5FA23BA2D}" destId="{736F3790-43FA-42DF-8B46-7C7D80125DA0}" srcOrd="0" destOrd="0" presId="urn:microsoft.com/office/officeart/2005/8/layout/hierarchy1"/>
    <dgm:cxn modelId="{D66B2B47-E36D-4503-AF07-AB808B454BB2}" srcId="{B859572D-1FA6-434D-B008-BA88004AE81D}" destId="{29CD37DC-8CA2-47BB-82B7-11F5FA23BA2D}" srcOrd="1" destOrd="0" parTransId="{83BC5619-E789-43EB-8825-E66A79B6A3C5}" sibTransId="{867343E6-AE5E-412C-AFE6-F5442B2CAD4B}"/>
    <dgm:cxn modelId="{445F9180-2E4F-4B58-8828-0E5E90978E12}" srcId="{B859572D-1FA6-434D-B008-BA88004AE81D}" destId="{D76E274E-B44E-4B43-915C-D7A89042EA85}" srcOrd="2" destOrd="0" parTransId="{9DAE20E2-F573-45BE-A038-D5405EC48ECA}" sibTransId="{178D696E-E3D5-442B-ADD6-3CAE42A6657E}"/>
    <dgm:cxn modelId="{803E3291-FC3C-4BE9-854B-2968C8E725F5}" type="presOf" srcId="{B859572D-1FA6-434D-B008-BA88004AE81D}" destId="{196929E8-B992-4D88-B0BD-1D1FFCA91968}" srcOrd="0" destOrd="0" presId="urn:microsoft.com/office/officeart/2005/8/layout/hierarchy1"/>
    <dgm:cxn modelId="{84C33CAA-C8DE-4CB1-9590-2C995BE4DD3C}" srcId="{B859572D-1FA6-434D-B008-BA88004AE81D}" destId="{CE3D7066-EF94-432D-B5FE-676CE69E1198}" srcOrd="0" destOrd="0" parTransId="{46502221-A9C1-4268-87BA-3C4C7C87F17C}" sibTransId="{FA52C48C-2BBE-4916-A46A-C53A9381CA1F}"/>
    <dgm:cxn modelId="{22E9DFE0-63F0-4EF9-906E-36A675BCF0D6}" type="presParOf" srcId="{196929E8-B992-4D88-B0BD-1D1FFCA91968}" destId="{4B136BBD-2E47-44D4-A275-48DDC4790442}" srcOrd="0" destOrd="0" presId="urn:microsoft.com/office/officeart/2005/8/layout/hierarchy1"/>
    <dgm:cxn modelId="{F08F0591-7BB1-456B-8BD4-130C63AF7A07}" type="presParOf" srcId="{4B136BBD-2E47-44D4-A275-48DDC4790442}" destId="{192AB653-0053-4B85-9F5B-08D0A83DC0CE}" srcOrd="0" destOrd="0" presId="urn:microsoft.com/office/officeart/2005/8/layout/hierarchy1"/>
    <dgm:cxn modelId="{86A6796A-DC34-4233-9991-DE2F8D759358}" type="presParOf" srcId="{192AB653-0053-4B85-9F5B-08D0A83DC0CE}" destId="{53A73173-7FC7-48A7-BE27-F3FC57645CDC}" srcOrd="0" destOrd="0" presId="urn:microsoft.com/office/officeart/2005/8/layout/hierarchy1"/>
    <dgm:cxn modelId="{0C04EA38-67C8-44AC-955D-AE7547EDE466}" type="presParOf" srcId="{192AB653-0053-4B85-9F5B-08D0A83DC0CE}" destId="{F0F93719-5398-4E0C-A59E-13E83A203ABD}" srcOrd="1" destOrd="0" presId="urn:microsoft.com/office/officeart/2005/8/layout/hierarchy1"/>
    <dgm:cxn modelId="{5682EDF1-31E8-4823-AD17-FCB81A08C384}" type="presParOf" srcId="{4B136BBD-2E47-44D4-A275-48DDC4790442}" destId="{BB15B0DD-BD45-4DFF-8562-867364315289}" srcOrd="1" destOrd="0" presId="urn:microsoft.com/office/officeart/2005/8/layout/hierarchy1"/>
    <dgm:cxn modelId="{0CAA34E2-79DE-4EF9-B9BA-527D659C8B15}" type="presParOf" srcId="{196929E8-B992-4D88-B0BD-1D1FFCA91968}" destId="{EE6AFA3F-1EAF-4743-A200-CB241CFEE6C0}" srcOrd="1" destOrd="0" presId="urn:microsoft.com/office/officeart/2005/8/layout/hierarchy1"/>
    <dgm:cxn modelId="{58E4C0C1-3450-4D8C-A697-CDB82F798BFF}" type="presParOf" srcId="{EE6AFA3F-1EAF-4743-A200-CB241CFEE6C0}" destId="{A9D0B7AD-FEDD-465E-97B0-397443603660}" srcOrd="0" destOrd="0" presId="urn:microsoft.com/office/officeart/2005/8/layout/hierarchy1"/>
    <dgm:cxn modelId="{1F7E921E-50D3-463D-B453-1D4752C4FB86}" type="presParOf" srcId="{A9D0B7AD-FEDD-465E-97B0-397443603660}" destId="{921589AA-A548-4CB0-A996-8796D077867F}" srcOrd="0" destOrd="0" presId="urn:microsoft.com/office/officeart/2005/8/layout/hierarchy1"/>
    <dgm:cxn modelId="{3F1F3A18-BAB5-4B04-ABDA-87E30711A01D}" type="presParOf" srcId="{A9D0B7AD-FEDD-465E-97B0-397443603660}" destId="{736F3790-43FA-42DF-8B46-7C7D80125DA0}" srcOrd="1" destOrd="0" presId="urn:microsoft.com/office/officeart/2005/8/layout/hierarchy1"/>
    <dgm:cxn modelId="{99ECC85C-0D18-41C6-B9AD-3FA9610938F3}" type="presParOf" srcId="{EE6AFA3F-1EAF-4743-A200-CB241CFEE6C0}" destId="{81B8B8F5-3635-4497-8751-E3A4B8354BD2}" srcOrd="1" destOrd="0" presId="urn:microsoft.com/office/officeart/2005/8/layout/hierarchy1"/>
    <dgm:cxn modelId="{EE822A1E-F802-493D-B58F-828BEC327304}" type="presParOf" srcId="{196929E8-B992-4D88-B0BD-1D1FFCA91968}" destId="{083160F8-4EC0-40F3-AAEF-E10BBB081F90}" srcOrd="2" destOrd="0" presId="urn:microsoft.com/office/officeart/2005/8/layout/hierarchy1"/>
    <dgm:cxn modelId="{7D9FD04B-1CA7-4C13-8132-02F50FEC0C6A}" type="presParOf" srcId="{083160F8-4EC0-40F3-AAEF-E10BBB081F90}" destId="{E285E69B-A13D-4A3D-9CCD-09AE890C131F}" srcOrd="0" destOrd="0" presId="urn:microsoft.com/office/officeart/2005/8/layout/hierarchy1"/>
    <dgm:cxn modelId="{A851046D-C9CE-4D45-95F3-3CB6A0AFCAE6}" type="presParOf" srcId="{E285E69B-A13D-4A3D-9CCD-09AE890C131F}" destId="{2D09E56B-BCBF-4026-9439-554FC235AA39}" srcOrd="0" destOrd="0" presId="urn:microsoft.com/office/officeart/2005/8/layout/hierarchy1"/>
    <dgm:cxn modelId="{F16931AD-B151-4DFA-9064-49C40549BD69}" type="presParOf" srcId="{E285E69B-A13D-4A3D-9CCD-09AE890C131F}" destId="{F527BC10-A2CA-4108-8980-649F14865502}" srcOrd="1" destOrd="0" presId="urn:microsoft.com/office/officeart/2005/8/layout/hierarchy1"/>
    <dgm:cxn modelId="{447F0753-B67E-46DE-9B9F-A1187959D8AC}" type="presParOf" srcId="{083160F8-4EC0-40F3-AAEF-E10BBB081F90}" destId="{3402DF0E-F934-4715-8E0B-5EC8C8D0A903}" srcOrd="1" destOrd="0" presId="urn:microsoft.com/office/officeart/2005/8/layout/hierarchy1"/>
    <dgm:cxn modelId="{C33021A6-0C13-4654-9CDE-7B5C26997605}" type="presParOf" srcId="{196929E8-B992-4D88-B0BD-1D1FFCA91968}" destId="{254E43DC-EA40-41E1-8B89-6419B556C0CE}" srcOrd="3" destOrd="0" presId="urn:microsoft.com/office/officeart/2005/8/layout/hierarchy1"/>
    <dgm:cxn modelId="{97C5ADB4-9694-4138-B3DB-02B78FB565EA}" type="presParOf" srcId="{254E43DC-EA40-41E1-8B89-6419B556C0CE}" destId="{D01FB5E4-0225-4760-A15C-1DA3A4709EF3}" srcOrd="0" destOrd="0" presId="urn:microsoft.com/office/officeart/2005/8/layout/hierarchy1"/>
    <dgm:cxn modelId="{DC6F7DFB-1F5D-41DD-974C-B6138DAF770F}" type="presParOf" srcId="{D01FB5E4-0225-4760-A15C-1DA3A4709EF3}" destId="{C368B423-080C-4F3F-A1CE-6BB22738766D}" srcOrd="0" destOrd="0" presId="urn:microsoft.com/office/officeart/2005/8/layout/hierarchy1"/>
    <dgm:cxn modelId="{1A9C232F-8D39-482F-8E69-8324520A3099}" type="presParOf" srcId="{D01FB5E4-0225-4760-A15C-1DA3A4709EF3}" destId="{FAD4F99B-91E6-4D0B-B1E6-115FE7E3B8B9}" srcOrd="1" destOrd="0" presId="urn:microsoft.com/office/officeart/2005/8/layout/hierarchy1"/>
    <dgm:cxn modelId="{862C696A-9211-4974-8C14-744CBB3D5C9C}" type="presParOf" srcId="{254E43DC-EA40-41E1-8B89-6419B556C0CE}" destId="{96C34874-C2EB-4B8C-986D-39743E0C320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00F712-C429-4BCE-A907-F0222480D6E9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4FEC537-596B-4140-AC99-5CFF85C3C2C8}">
      <dgm:prSet/>
      <dgm:spPr/>
      <dgm:t>
        <a:bodyPr/>
        <a:lstStyle/>
        <a:p>
          <a:r>
            <a:rPr lang="ru-RU" baseline="0"/>
            <a:t>Истории пользователей</a:t>
          </a:r>
          <a:endParaRPr lang="en-US"/>
        </a:p>
      </dgm:t>
    </dgm:pt>
    <dgm:pt modelId="{432E7F9F-1A92-44D8-A4C3-949E89A79FC8}" type="sibTrans" cxnId="{4CBB27D3-F45B-45A5-A82C-1BC4ABF860A1}">
      <dgm:prSet/>
      <dgm:spPr/>
      <dgm:t>
        <a:bodyPr/>
        <a:lstStyle/>
        <a:p>
          <a:endParaRPr lang="en-US"/>
        </a:p>
      </dgm:t>
    </dgm:pt>
    <dgm:pt modelId="{3DC2AFA1-77D4-41A6-905D-36EAF708A7FD}" type="parTrans" cxnId="{4CBB27D3-F45B-45A5-A82C-1BC4ABF860A1}">
      <dgm:prSet/>
      <dgm:spPr/>
      <dgm:t>
        <a:bodyPr/>
        <a:lstStyle/>
        <a:p>
          <a:endParaRPr lang="en-US"/>
        </a:p>
      </dgm:t>
    </dgm:pt>
    <dgm:pt modelId="{011ED58A-ACD1-47A3-9ED6-739572F120FF}">
      <dgm:prSet/>
      <dgm:spPr/>
      <dgm:t>
        <a:bodyPr/>
        <a:lstStyle/>
        <a:p>
          <a:r>
            <a:rPr lang="ru-RU" baseline="0" dirty="0"/>
            <a:t>Воинские захоронения</a:t>
          </a:r>
          <a:endParaRPr lang="en-US" dirty="0"/>
        </a:p>
      </dgm:t>
    </dgm:pt>
    <dgm:pt modelId="{00A5D547-AAFF-49F0-B0C3-543198FD7439}" type="sibTrans" cxnId="{1495EB4F-E910-4FE1-B1C7-D452B49A2CCC}">
      <dgm:prSet/>
      <dgm:spPr/>
      <dgm:t>
        <a:bodyPr/>
        <a:lstStyle/>
        <a:p>
          <a:endParaRPr lang="en-US"/>
        </a:p>
      </dgm:t>
    </dgm:pt>
    <dgm:pt modelId="{46336CEA-9B87-48CA-A19E-0AE4BB91868F}" type="parTrans" cxnId="{1495EB4F-E910-4FE1-B1C7-D452B49A2CCC}">
      <dgm:prSet/>
      <dgm:spPr/>
      <dgm:t>
        <a:bodyPr/>
        <a:lstStyle/>
        <a:p>
          <a:endParaRPr lang="en-US"/>
        </a:p>
      </dgm:t>
    </dgm:pt>
    <dgm:pt modelId="{942F4FDC-26DE-4ED1-A777-477B740D2F6B}">
      <dgm:prSet/>
      <dgm:spPr/>
      <dgm:t>
        <a:bodyPr/>
        <a:lstStyle/>
        <a:p>
          <a:r>
            <a:rPr lang="ru-RU" baseline="0"/>
            <a:t>Документы частей</a:t>
          </a:r>
          <a:endParaRPr lang="en-US"/>
        </a:p>
      </dgm:t>
    </dgm:pt>
    <dgm:pt modelId="{3F1FD7E7-AEB5-4A60-974D-0C3C9B13A760}" type="sibTrans" cxnId="{20B9D8DE-E115-4329-A03D-93E40573FA2B}">
      <dgm:prSet/>
      <dgm:spPr/>
      <dgm:t>
        <a:bodyPr/>
        <a:lstStyle/>
        <a:p>
          <a:endParaRPr lang="en-US"/>
        </a:p>
      </dgm:t>
    </dgm:pt>
    <dgm:pt modelId="{A8E5D64C-31D4-4620-A356-04AD7D430032}" type="parTrans" cxnId="{20B9D8DE-E115-4329-A03D-93E40573FA2B}">
      <dgm:prSet/>
      <dgm:spPr/>
      <dgm:t>
        <a:bodyPr/>
        <a:lstStyle/>
        <a:p>
          <a:endParaRPr lang="en-US"/>
        </a:p>
      </dgm:t>
    </dgm:pt>
    <dgm:pt modelId="{18651262-C13C-48E7-9AA7-9FEF0BDC5A30}">
      <dgm:prSet/>
      <dgm:spPr/>
      <dgm:t>
        <a:bodyPr/>
        <a:lstStyle/>
        <a:p>
          <a:r>
            <a:rPr lang="ru-RU" baseline="0"/>
            <a:t>Воинские части</a:t>
          </a:r>
          <a:endParaRPr lang="en-US"/>
        </a:p>
      </dgm:t>
    </dgm:pt>
    <dgm:pt modelId="{846FE943-D327-4A19-9F13-CF41112986CF}" type="sibTrans" cxnId="{8390C4D3-768B-4996-93F2-A6ADB6FAE461}">
      <dgm:prSet/>
      <dgm:spPr/>
      <dgm:t>
        <a:bodyPr/>
        <a:lstStyle/>
        <a:p>
          <a:endParaRPr lang="en-US"/>
        </a:p>
      </dgm:t>
    </dgm:pt>
    <dgm:pt modelId="{99CE4284-F530-44C5-8153-BC4D817FF98B}" type="parTrans" cxnId="{8390C4D3-768B-4996-93F2-A6ADB6FAE461}">
      <dgm:prSet/>
      <dgm:spPr/>
      <dgm:t>
        <a:bodyPr/>
        <a:lstStyle/>
        <a:p>
          <a:endParaRPr lang="en-US"/>
        </a:p>
      </dgm:t>
    </dgm:pt>
    <dgm:pt modelId="{79B3E7BF-2E8B-4162-9559-39A76C7E13D8}">
      <dgm:prSet/>
      <dgm:spPr/>
      <dgm:t>
        <a:bodyPr/>
        <a:lstStyle/>
        <a:p>
          <a:r>
            <a:rPr lang="ru-RU" baseline="0"/>
            <a:t>Боевые операции</a:t>
          </a:r>
          <a:endParaRPr lang="en-US"/>
        </a:p>
      </dgm:t>
    </dgm:pt>
    <dgm:pt modelId="{95A998BD-BAE5-4ED4-8EC7-1DA1D372505B}" type="sibTrans" cxnId="{9486B43A-D287-4334-8262-48A45F2C9F15}">
      <dgm:prSet/>
      <dgm:spPr/>
      <dgm:t>
        <a:bodyPr/>
        <a:lstStyle/>
        <a:p>
          <a:endParaRPr lang="en-US"/>
        </a:p>
      </dgm:t>
    </dgm:pt>
    <dgm:pt modelId="{AC6B0E7C-8E3D-4072-ABE2-580C143EDA7F}" type="parTrans" cxnId="{9486B43A-D287-4334-8262-48A45F2C9F15}">
      <dgm:prSet/>
      <dgm:spPr/>
      <dgm:t>
        <a:bodyPr/>
        <a:lstStyle/>
        <a:p>
          <a:endParaRPr lang="en-US"/>
        </a:p>
      </dgm:t>
    </dgm:pt>
    <dgm:pt modelId="{B63AFFA2-85A9-43C4-8EA2-9B8C11A4A5CD}">
      <dgm:prSet/>
      <dgm:spPr/>
      <dgm:t>
        <a:bodyPr/>
        <a:lstStyle/>
        <a:p>
          <a:r>
            <a:rPr lang="ru-RU" baseline="0"/>
            <a:t>Участники войны</a:t>
          </a:r>
          <a:endParaRPr lang="en-US"/>
        </a:p>
      </dgm:t>
    </dgm:pt>
    <dgm:pt modelId="{768989CC-29D3-4449-A475-159ECADB28B5}" type="sibTrans" cxnId="{CD08899C-7B32-493B-A339-4E229FD98F37}">
      <dgm:prSet/>
      <dgm:spPr/>
      <dgm:t>
        <a:bodyPr/>
        <a:lstStyle/>
        <a:p>
          <a:endParaRPr lang="en-US"/>
        </a:p>
      </dgm:t>
    </dgm:pt>
    <dgm:pt modelId="{B3E09D6B-3795-470E-BDBE-B0FFD899F663}" type="parTrans" cxnId="{CD08899C-7B32-493B-A339-4E229FD98F37}">
      <dgm:prSet/>
      <dgm:spPr/>
      <dgm:t>
        <a:bodyPr/>
        <a:lstStyle/>
        <a:p>
          <a:endParaRPr lang="en-US"/>
        </a:p>
      </dgm:t>
    </dgm:pt>
    <dgm:pt modelId="{78C1B7EA-FD6D-4B77-A415-337D8DA9306E}" type="pres">
      <dgm:prSet presAssocID="{3600F712-C429-4BCE-A907-F0222480D6E9}" presName="diagram" presStyleCnt="0">
        <dgm:presLayoutVars>
          <dgm:dir/>
          <dgm:resizeHandles val="exact"/>
        </dgm:presLayoutVars>
      </dgm:prSet>
      <dgm:spPr/>
    </dgm:pt>
    <dgm:pt modelId="{8C8B04CA-E2DA-4170-88E2-FDC0A7687294}" type="pres">
      <dgm:prSet presAssocID="{B63AFFA2-85A9-43C4-8EA2-9B8C11A4A5CD}" presName="node" presStyleLbl="node1" presStyleIdx="0" presStyleCnt="6">
        <dgm:presLayoutVars>
          <dgm:bulletEnabled val="1"/>
        </dgm:presLayoutVars>
      </dgm:prSet>
      <dgm:spPr/>
    </dgm:pt>
    <dgm:pt modelId="{5FC5D8C9-11DD-4FF0-B88B-2E16236FB2CC}" type="pres">
      <dgm:prSet presAssocID="{768989CC-29D3-4449-A475-159ECADB28B5}" presName="sibTrans" presStyleCnt="0"/>
      <dgm:spPr/>
    </dgm:pt>
    <dgm:pt modelId="{20648BBB-3499-4CC3-B721-B33120977FD7}" type="pres">
      <dgm:prSet presAssocID="{79B3E7BF-2E8B-4162-9559-39A76C7E13D8}" presName="node" presStyleLbl="node1" presStyleIdx="1" presStyleCnt="6">
        <dgm:presLayoutVars>
          <dgm:bulletEnabled val="1"/>
        </dgm:presLayoutVars>
      </dgm:prSet>
      <dgm:spPr/>
    </dgm:pt>
    <dgm:pt modelId="{716B29EC-C18C-4D9A-8609-6096ACE1725D}" type="pres">
      <dgm:prSet presAssocID="{95A998BD-BAE5-4ED4-8EC7-1DA1D372505B}" presName="sibTrans" presStyleCnt="0"/>
      <dgm:spPr/>
    </dgm:pt>
    <dgm:pt modelId="{4A08AECB-7D52-4637-A79D-8A151AE7C3C3}" type="pres">
      <dgm:prSet presAssocID="{18651262-C13C-48E7-9AA7-9FEF0BDC5A30}" presName="node" presStyleLbl="node1" presStyleIdx="2" presStyleCnt="6">
        <dgm:presLayoutVars>
          <dgm:bulletEnabled val="1"/>
        </dgm:presLayoutVars>
      </dgm:prSet>
      <dgm:spPr/>
    </dgm:pt>
    <dgm:pt modelId="{0FD5FE96-67F3-4399-9196-F4FF29E1B800}" type="pres">
      <dgm:prSet presAssocID="{846FE943-D327-4A19-9F13-CF41112986CF}" presName="sibTrans" presStyleCnt="0"/>
      <dgm:spPr/>
    </dgm:pt>
    <dgm:pt modelId="{483C4BD3-6392-493C-B295-0BF1D68B3050}" type="pres">
      <dgm:prSet presAssocID="{942F4FDC-26DE-4ED1-A777-477B740D2F6B}" presName="node" presStyleLbl="node1" presStyleIdx="3" presStyleCnt="6">
        <dgm:presLayoutVars>
          <dgm:bulletEnabled val="1"/>
        </dgm:presLayoutVars>
      </dgm:prSet>
      <dgm:spPr/>
    </dgm:pt>
    <dgm:pt modelId="{E034391A-8708-4B57-8DC4-E98B2A375E45}" type="pres">
      <dgm:prSet presAssocID="{3F1FD7E7-AEB5-4A60-974D-0C3C9B13A760}" presName="sibTrans" presStyleCnt="0"/>
      <dgm:spPr/>
    </dgm:pt>
    <dgm:pt modelId="{9C4BEB5E-4514-494D-8BE9-F5C72D5A72A8}" type="pres">
      <dgm:prSet presAssocID="{011ED58A-ACD1-47A3-9ED6-739572F120FF}" presName="node" presStyleLbl="node1" presStyleIdx="4" presStyleCnt="6">
        <dgm:presLayoutVars>
          <dgm:bulletEnabled val="1"/>
        </dgm:presLayoutVars>
      </dgm:prSet>
      <dgm:spPr/>
    </dgm:pt>
    <dgm:pt modelId="{925C00E3-DE30-4AA1-A3E5-5C2CAA8FA403}" type="pres">
      <dgm:prSet presAssocID="{00A5D547-AAFF-49F0-B0C3-543198FD7439}" presName="sibTrans" presStyleCnt="0"/>
      <dgm:spPr/>
    </dgm:pt>
    <dgm:pt modelId="{4FA5B9C0-6B5A-443E-9A75-2BA3C3CBFD64}" type="pres">
      <dgm:prSet presAssocID="{34FEC537-596B-4140-AC99-5CFF85C3C2C8}" presName="node" presStyleLbl="node1" presStyleIdx="5" presStyleCnt="6">
        <dgm:presLayoutVars>
          <dgm:bulletEnabled val="1"/>
        </dgm:presLayoutVars>
      </dgm:prSet>
      <dgm:spPr/>
    </dgm:pt>
  </dgm:ptLst>
  <dgm:cxnLst>
    <dgm:cxn modelId="{7E4A2B0F-B25A-42DF-A84F-B9E9495E31BB}" type="presOf" srcId="{34FEC537-596B-4140-AC99-5CFF85C3C2C8}" destId="{4FA5B9C0-6B5A-443E-9A75-2BA3C3CBFD64}" srcOrd="0" destOrd="0" presId="urn:microsoft.com/office/officeart/2005/8/layout/default"/>
    <dgm:cxn modelId="{9486B43A-D287-4334-8262-48A45F2C9F15}" srcId="{3600F712-C429-4BCE-A907-F0222480D6E9}" destId="{79B3E7BF-2E8B-4162-9559-39A76C7E13D8}" srcOrd="1" destOrd="0" parTransId="{AC6B0E7C-8E3D-4072-ABE2-580C143EDA7F}" sibTransId="{95A998BD-BAE5-4ED4-8EC7-1DA1D372505B}"/>
    <dgm:cxn modelId="{764F6E69-980E-40C2-9DF8-4093BAEC5F4E}" type="presOf" srcId="{011ED58A-ACD1-47A3-9ED6-739572F120FF}" destId="{9C4BEB5E-4514-494D-8BE9-F5C72D5A72A8}" srcOrd="0" destOrd="0" presId="urn:microsoft.com/office/officeart/2005/8/layout/default"/>
    <dgm:cxn modelId="{1495EB4F-E910-4FE1-B1C7-D452B49A2CCC}" srcId="{3600F712-C429-4BCE-A907-F0222480D6E9}" destId="{011ED58A-ACD1-47A3-9ED6-739572F120FF}" srcOrd="4" destOrd="0" parTransId="{46336CEA-9B87-48CA-A19E-0AE4BB91868F}" sibTransId="{00A5D547-AAFF-49F0-B0C3-543198FD7439}"/>
    <dgm:cxn modelId="{3234AF98-E4F2-4EE2-BF57-2F0F47D91694}" type="presOf" srcId="{B63AFFA2-85A9-43C4-8EA2-9B8C11A4A5CD}" destId="{8C8B04CA-E2DA-4170-88E2-FDC0A7687294}" srcOrd="0" destOrd="0" presId="urn:microsoft.com/office/officeart/2005/8/layout/default"/>
    <dgm:cxn modelId="{CD08899C-7B32-493B-A339-4E229FD98F37}" srcId="{3600F712-C429-4BCE-A907-F0222480D6E9}" destId="{B63AFFA2-85A9-43C4-8EA2-9B8C11A4A5CD}" srcOrd="0" destOrd="0" parTransId="{B3E09D6B-3795-470E-BDBE-B0FFD899F663}" sibTransId="{768989CC-29D3-4449-A475-159ECADB28B5}"/>
    <dgm:cxn modelId="{7E61A2A8-D341-41FE-81AE-E1EBC6771D49}" type="presOf" srcId="{942F4FDC-26DE-4ED1-A777-477B740D2F6B}" destId="{483C4BD3-6392-493C-B295-0BF1D68B3050}" srcOrd="0" destOrd="0" presId="urn:microsoft.com/office/officeart/2005/8/layout/default"/>
    <dgm:cxn modelId="{B6E7E2AB-342E-4BAB-937E-ABD7C551A401}" type="presOf" srcId="{79B3E7BF-2E8B-4162-9559-39A76C7E13D8}" destId="{20648BBB-3499-4CC3-B721-B33120977FD7}" srcOrd="0" destOrd="0" presId="urn:microsoft.com/office/officeart/2005/8/layout/default"/>
    <dgm:cxn modelId="{F05CCFBC-3C3C-4BD3-8B7F-60AFEC4C06BF}" type="presOf" srcId="{18651262-C13C-48E7-9AA7-9FEF0BDC5A30}" destId="{4A08AECB-7D52-4637-A79D-8A151AE7C3C3}" srcOrd="0" destOrd="0" presId="urn:microsoft.com/office/officeart/2005/8/layout/default"/>
    <dgm:cxn modelId="{4CBB27D3-F45B-45A5-A82C-1BC4ABF860A1}" srcId="{3600F712-C429-4BCE-A907-F0222480D6E9}" destId="{34FEC537-596B-4140-AC99-5CFF85C3C2C8}" srcOrd="5" destOrd="0" parTransId="{3DC2AFA1-77D4-41A6-905D-36EAF708A7FD}" sibTransId="{432E7F9F-1A92-44D8-A4C3-949E89A79FC8}"/>
    <dgm:cxn modelId="{8390C4D3-768B-4996-93F2-A6ADB6FAE461}" srcId="{3600F712-C429-4BCE-A907-F0222480D6E9}" destId="{18651262-C13C-48E7-9AA7-9FEF0BDC5A30}" srcOrd="2" destOrd="0" parTransId="{99CE4284-F530-44C5-8153-BC4D817FF98B}" sibTransId="{846FE943-D327-4A19-9F13-CF41112986CF}"/>
    <dgm:cxn modelId="{20B9D8DE-E115-4329-A03D-93E40573FA2B}" srcId="{3600F712-C429-4BCE-A907-F0222480D6E9}" destId="{942F4FDC-26DE-4ED1-A777-477B740D2F6B}" srcOrd="3" destOrd="0" parTransId="{A8E5D64C-31D4-4620-A356-04AD7D430032}" sibTransId="{3F1FD7E7-AEB5-4A60-974D-0C3C9B13A760}"/>
    <dgm:cxn modelId="{DD2C6AE6-030E-44FA-B615-848FD1B931C6}" type="presOf" srcId="{3600F712-C429-4BCE-A907-F0222480D6E9}" destId="{78C1B7EA-FD6D-4B77-A415-337D8DA9306E}" srcOrd="0" destOrd="0" presId="urn:microsoft.com/office/officeart/2005/8/layout/default"/>
    <dgm:cxn modelId="{C13AE947-A8F5-465F-9525-181852E2E687}" type="presParOf" srcId="{78C1B7EA-FD6D-4B77-A415-337D8DA9306E}" destId="{8C8B04CA-E2DA-4170-88E2-FDC0A7687294}" srcOrd="0" destOrd="0" presId="urn:microsoft.com/office/officeart/2005/8/layout/default"/>
    <dgm:cxn modelId="{B9A788B0-0508-4284-9AF9-351B68DB061A}" type="presParOf" srcId="{78C1B7EA-FD6D-4B77-A415-337D8DA9306E}" destId="{5FC5D8C9-11DD-4FF0-B88B-2E16236FB2CC}" srcOrd="1" destOrd="0" presId="urn:microsoft.com/office/officeart/2005/8/layout/default"/>
    <dgm:cxn modelId="{67A887DC-E967-41E5-B0EE-88A53B9AC833}" type="presParOf" srcId="{78C1B7EA-FD6D-4B77-A415-337D8DA9306E}" destId="{20648BBB-3499-4CC3-B721-B33120977FD7}" srcOrd="2" destOrd="0" presId="urn:microsoft.com/office/officeart/2005/8/layout/default"/>
    <dgm:cxn modelId="{FBAB975B-0D2D-44C7-BBA1-FB7B5DCA05BA}" type="presParOf" srcId="{78C1B7EA-FD6D-4B77-A415-337D8DA9306E}" destId="{716B29EC-C18C-4D9A-8609-6096ACE1725D}" srcOrd="3" destOrd="0" presId="urn:microsoft.com/office/officeart/2005/8/layout/default"/>
    <dgm:cxn modelId="{23DA8191-76CF-4688-A769-237DF93A10CB}" type="presParOf" srcId="{78C1B7EA-FD6D-4B77-A415-337D8DA9306E}" destId="{4A08AECB-7D52-4637-A79D-8A151AE7C3C3}" srcOrd="4" destOrd="0" presId="urn:microsoft.com/office/officeart/2005/8/layout/default"/>
    <dgm:cxn modelId="{EBC7EDFB-F92E-4746-850C-0603A60F003E}" type="presParOf" srcId="{78C1B7EA-FD6D-4B77-A415-337D8DA9306E}" destId="{0FD5FE96-67F3-4399-9196-F4FF29E1B800}" srcOrd="5" destOrd="0" presId="urn:microsoft.com/office/officeart/2005/8/layout/default"/>
    <dgm:cxn modelId="{CAF1FE22-6E10-403D-90BD-495492AA4846}" type="presParOf" srcId="{78C1B7EA-FD6D-4B77-A415-337D8DA9306E}" destId="{483C4BD3-6392-493C-B295-0BF1D68B3050}" srcOrd="6" destOrd="0" presId="urn:microsoft.com/office/officeart/2005/8/layout/default"/>
    <dgm:cxn modelId="{6C93D290-1615-49F0-81A6-919D1F20F5C5}" type="presParOf" srcId="{78C1B7EA-FD6D-4B77-A415-337D8DA9306E}" destId="{E034391A-8708-4B57-8DC4-E98B2A375E45}" srcOrd="7" destOrd="0" presId="urn:microsoft.com/office/officeart/2005/8/layout/default"/>
    <dgm:cxn modelId="{89B72CA2-0AEC-442E-ADDF-6FACD446225C}" type="presParOf" srcId="{78C1B7EA-FD6D-4B77-A415-337D8DA9306E}" destId="{9C4BEB5E-4514-494D-8BE9-F5C72D5A72A8}" srcOrd="8" destOrd="0" presId="urn:microsoft.com/office/officeart/2005/8/layout/default"/>
    <dgm:cxn modelId="{AB9A598F-4C20-4D8E-BBCC-4BA24AE3FFCE}" type="presParOf" srcId="{78C1B7EA-FD6D-4B77-A415-337D8DA9306E}" destId="{925C00E3-DE30-4AA1-A3E5-5C2CAA8FA403}" srcOrd="9" destOrd="0" presId="urn:microsoft.com/office/officeart/2005/8/layout/default"/>
    <dgm:cxn modelId="{629A7F81-42B1-4629-ADE7-DCB3CC468399}" type="presParOf" srcId="{78C1B7EA-FD6D-4B77-A415-337D8DA9306E}" destId="{4FA5B9C0-6B5A-443E-9A75-2BA3C3CBFD6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BFEA38-5404-4B8D-8FF0-31AEF6D9C2E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57C8D34-EF9C-4966-BC71-AF48251CD59B}">
      <dgm:prSet/>
      <dgm:spPr/>
      <dgm:t>
        <a:bodyPr/>
        <a:lstStyle/>
        <a:p>
          <a:r>
            <a:rPr lang="ru-RU"/>
            <a:t>Потомки ветеранов (семейный поиск)</a:t>
          </a:r>
          <a:endParaRPr lang="en-US"/>
        </a:p>
      </dgm:t>
    </dgm:pt>
    <dgm:pt modelId="{6CB726CD-C243-4857-B0AD-E277761AAEEA}" type="parTrans" cxnId="{12C1FE03-6458-4DAF-BEC0-9C6DF155EE21}">
      <dgm:prSet/>
      <dgm:spPr/>
      <dgm:t>
        <a:bodyPr/>
        <a:lstStyle/>
        <a:p>
          <a:endParaRPr lang="en-US"/>
        </a:p>
      </dgm:t>
    </dgm:pt>
    <dgm:pt modelId="{830CA8C1-10F7-4321-8641-31A04D817166}" type="sibTrans" cxnId="{12C1FE03-6458-4DAF-BEC0-9C6DF155EE21}">
      <dgm:prSet/>
      <dgm:spPr/>
      <dgm:t>
        <a:bodyPr/>
        <a:lstStyle/>
        <a:p>
          <a:endParaRPr lang="en-US"/>
        </a:p>
      </dgm:t>
    </dgm:pt>
    <dgm:pt modelId="{549759C3-119E-4C85-88F3-BCE3E09DC0DD}">
      <dgm:prSet/>
      <dgm:spPr/>
      <dgm:t>
        <a:bodyPr/>
        <a:lstStyle/>
        <a:p>
          <a:r>
            <a:rPr lang="ru-RU"/>
            <a:t>Поисковые отряды</a:t>
          </a:r>
          <a:endParaRPr lang="en-US"/>
        </a:p>
      </dgm:t>
    </dgm:pt>
    <dgm:pt modelId="{A0F71007-B43F-4E01-A513-F22E0E43B150}" type="parTrans" cxnId="{3D2AC207-39AA-495D-9A66-E9D9B28C8AD5}">
      <dgm:prSet/>
      <dgm:spPr/>
      <dgm:t>
        <a:bodyPr/>
        <a:lstStyle/>
        <a:p>
          <a:endParaRPr lang="en-US"/>
        </a:p>
      </dgm:t>
    </dgm:pt>
    <dgm:pt modelId="{5BD312B2-47EF-4AF1-8BEC-A7712CFE5288}" type="sibTrans" cxnId="{3D2AC207-39AA-495D-9A66-E9D9B28C8AD5}">
      <dgm:prSet/>
      <dgm:spPr/>
      <dgm:t>
        <a:bodyPr/>
        <a:lstStyle/>
        <a:p>
          <a:endParaRPr lang="en-US"/>
        </a:p>
      </dgm:t>
    </dgm:pt>
    <dgm:pt modelId="{DA5FA354-3201-4330-8C6F-E8CFA46A45C9}">
      <dgm:prSet/>
      <dgm:spPr/>
      <dgm:t>
        <a:bodyPr/>
        <a:lstStyle/>
        <a:p>
          <a:r>
            <a:rPr lang="ru-RU"/>
            <a:t>Историки и исследователи</a:t>
          </a:r>
          <a:endParaRPr lang="en-US"/>
        </a:p>
      </dgm:t>
    </dgm:pt>
    <dgm:pt modelId="{A4D5F2EC-7E24-4C40-A278-D24A5BCBF709}" type="parTrans" cxnId="{2F5DCC85-9913-42EC-A14E-D688B971B0B1}">
      <dgm:prSet/>
      <dgm:spPr/>
      <dgm:t>
        <a:bodyPr/>
        <a:lstStyle/>
        <a:p>
          <a:endParaRPr lang="en-US"/>
        </a:p>
      </dgm:t>
    </dgm:pt>
    <dgm:pt modelId="{2FB04516-1667-44CA-96A4-5E584B50A2A3}" type="sibTrans" cxnId="{2F5DCC85-9913-42EC-A14E-D688B971B0B1}">
      <dgm:prSet/>
      <dgm:spPr/>
      <dgm:t>
        <a:bodyPr/>
        <a:lstStyle/>
        <a:p>
          <a:endParaRPr lang="en-US"/>
        </a:p>
      </dgm:t>
    </dgm:pt>
    <dgm:pt modelId="{264C7E84-9054-4A97-824C-447A14CDFA68}">
      <dgm:prSet/>
      <dgm:spPr/>
      <dgm:t>
        <a:bodyPr/>
        <a:lstStyle/>
        <a:p>
          <a:r>
            <a:rPr lang="ru-RU"/>
            <a:t>Школьники и студенты</a:t>
          </a:r>
          <a:endParaRPr lang="en-US"/>
        </a:p>
      </dgm:t>
    </dgm:pt>
    <dgm:pt modelId="{2B36E12E-AF93-4791-B5FC-9F3F1C6CE0D5}" type="parTrans" cxnId="{ED4E1D05-0E48-42E5-846F-EAAB23673FFF}">
      <dgm:prSet/>
      <dgm:spPr/>
      <dgm:t>
        <a:bodyPr/>
        <a:lstStyle/>
        <a:p>
          <a:endParaRPr lang="en-US"/>
        </a:p>
      </dgm:t>
    </dgm:pt>
    <dgm:pt modelId="{E8CF7B51-C1BF-43C5-8887-2951EFB68E0F}" type="sibTrans" cxnId="{ED4E1D05-0E48-42E5-846F-EAAB23673FFF}">
      <dgm:prSet/>
      <dgm:spPr/>
      <dgm:t>
        <a:bodyPr/>
        <a:lstStyle/>
        <a:p>
          <a:endParaRPr lang="en-US"/>
        </a:p>
      </dgm:t>
    </dgm:pt>
    <dgm:pt modelId="{18EAB703-5759-4DFD-A504-55FCDB00B264}">
      <dgm:prSet/>
      <dgm:spPr/>
      <dgm:t>
        <a:bodyPr/>
        <a:lstStyle/>
        <a:p>
          <a:r>
            <a:rPr lang="ru-RU"/>
            <a:t>Военно-патриотические клубы</a:t>
          </a:r>
          <a:endParaRPr lang="en-US"/>
        </a:p>
      </dgm:t>
    </dgm:pt>
    <dgm:pt modelId="{81E7A390-C8D2-42FC-87C7-60A6636C13F6}" type="parTrans" cxnId="{5A0B016E-72AA-4150-9BE7-F966715D1925}">
      <dgm:prSet/>
      <dgm:spPr/>
      <dgm:t>
        <a:bodyPr/>
        <a:lstStyle/>
        <a:p>
          <a:endParaRPr lang="en-US"/>
        </a:p>
      </dgm:t>
    </dgm:pt>
    <dgm:pt modelId="{122D1938-73B1-444C-9F90-86BCCE8A0F6F}" type="sibTrans" cxnId="{5A0B016E-72AA-4150-9BE7-F966715D1925}">
      <dgm:prSet/>
      <dgm:spPr/>
      <dgm:t>
        <a:bodyPr/>
        <a:lstStyle/>
        <a:p>
          <a:endParaRPr lang="en-US"/>
        </a:p>
      </dgm:t>
    </dgm:pt>
    <dgm:pt modelId="{11BADB92-3A68-4C13-BE8E-D05586BCEFB3}" type="pres">
      <dgm:prSet presAssocID="{80BFEA38-5404-4B8D-8FF0-31AEF6D9C2EA}" presName="vert0" presStyleCnt="0">
        <dgm:presLayoutVars>
          <dgm:dir/>
          <dgm:animOne val="branch"/>
          <dgm:animLvl val="lvl"/>
        </dgm:presLayoutVars>
      </dgm:prSet>
      <dgm:spPr/>
    </dgm:pt>
    <dgm:pt modelId="{C0E996EB-0A04-4C2D-8DEA-A9CF1D98C40C}" type="pres">
      <dgm:prSet presAssocID="{557C8D34-EF9C-4966-BC71-AF48251CD59B}" presName="thickLine" presStyleLbl="alignNode1" presStyleIdx="0" presStyleCnt="5"/>
      <dgm:spPr/>
    </dgm:pt>
    <dgm:pt modelId="{9FB45704-4557-4B9E-9E4B-0CED66CBECD7}" type="pres">
      <dgm:prSet presAssocID="{557C8D34-EF9C-4966-BC71-AF48251CD59B}" presName="horz1" presStyleCnt="0"/>
      <dgm:spPr/>
    </dgm:pt>
    <dgm:pt modelId="{7F74F263-C385-4258-9403-5D6D1BD404A1}" type="pres">
      <dgm:prSet presAssocID="{557C8D34-EF9C-4966-BC71-AF48251CD59B}" presName="tx1" presStyleLbl="revTx" presStyleIdx="0" presStyleCnt="5"/>
      <dgm:spPr/>
    </dgm:pt>
    <dgm:pt modelId="{F605FC25-A6D0-44C9-AE1C-EE97ECFF68CC}" type="pres">
      <dgm:prSet presAssocID="{557C8D34-EF9C-4966-BC71-AF48251CD59B}" presName="vert1" presStyleCnt="0"/>
      <dgm:spPr/>
    </dgm:pt>
    <dgm:pt modelId="{83234A7B-AEC2-4744-BB3A-5B267650339D}" type="pres">
      <dgm:prSet presAssocID="{549759C3-119E-4C85-88F3-BCE3E09DC0DD}" presName="thickLine" presStyleLbl="alignNode1" presStyleIdx="1" presStyleCnt="5"/>
      <dgm:spPr/>
    </dgm:pt>
    <dgm:pt modelId="{4F70D03C-06F2-4144-BEBF-1D81CC49E21C}" type="pres">
      <dgm:prSet presAssocID="{549759C3-119E-4C85-88F3-BCE3E09DC0DD}" presName="horz1" presStyleCnt="0"/>
      <dgm:spPr/>
    </dgm:pt>
    <dgm:pt modelId="{7DB1EEDD-8AA9-4987-87F7-3CC75176D4FD}" type="pres">
      <dgm:prSet presAssocID="{549759C3-119E-4C85-88F3-BCE3E09DC0DD}" presName="tx1" presStyleLbl="revTx" presStyleIdx="1" presStyleCnt="5"/>
      <dgm:spPr/>
    </dgm:pt>
    <dgm:pt modelId="{F6C7AFAA-D5F8-4C3D-B435-8D131CF2C4F7}" type="pres">
      <dgm:prSet presAssocID="{549759C3-119E-4C85-88F3-BCE3E09DC0DD}" presName="vert1" presStyleCnt="0"/>
      <dgm:spPr/>
    </dgm:pt>
    <dgm:pt modelId="{E6951691-6F43-4DC2-9F4C-95F31838FFF3}" type="pres">
      <dgm:prSet presAssocID="{DA5FA354-3201-4330-8C6F-E8CFA46A45C9}" presName="thickLine" presStyleLbl="alignNode1" presStyleIdx="2" presStyleCnt="5"/>
      <dgm:spPr/>
    </dgm:pt>
    <dgm:pt modelId="{A16867E1-05F1-4CAD-AFEA-103371D42622}" type="pres">
      <dgm:prSet presAssocID="{DA5FA354-3201-4330-8C6F-E8CFA46A45C9}" presName="horz1" presStyleCnt="0"/>
      <dgm:spPr/>
    </dgm:pt>
    <dgm:pt modelId="{C90C6B74-9EF4-4F62-975A-F8F559603A67}" type="pres">
      <dgm:prSet presAssocID="{DA5FA354-3201-4330-8C6F-E8CFA46A45C9}" presName="tx1" presStyleLbl="revTx" presStyleIdx="2" presStyleCnt="5"/>
      <dgm:spPr/>
    </dgm:pt>
    <dgm:pt modelId="{8C977987-D2ED-4E14-B761-8392260B59B2}" type="pres">
      <dgm:prSet presAssocID="{DA5FA354-3201-4330-8C6F-E8CFA46A45C9}" presName="vert1" presStyleCnt="0"/>
      <dgm:spPr/>
    </dgm:pt>
    <dgm:pt modelId="{7C7F1E3B-5DD0-44F4-87F9-6659F5BF8C1D}" type="pres">
      <dgm:prSet presAssocID="{264C7E84-9054-4A97-824C-447A14CDFA68}" presName="thickLine" presStyleLbl="alignNode1" presStyleIdx="3" presStyleCnt="5"/>
      <dgm:spPr/>
    </dgm:pt>
    <dgm:pt modelId="{ECD3D8A3-3AAD-4125-A961-91FF5EAB5961}" type="pres">
      <dgm:prSet presAssocID="{264C7E84-9054-4A97-824C-447A14CDFA68}" presName="horz1" presStyleCnt="0"/>
      <dgm:spPr/>
    </dgm:pt>
    <dgm:pt modelId="{3B32FC10-192D-436F-B9CE-8022E1CF2014}" type="pres">
      <dgm:prSet presAssocID="{264C7E84-9054-4A97-824C-447A14CDFA68}" presName="tx1" presStyleLbl="revTx" presStyleIdx="3" presStyleCnt="5"/>
      <dgm:spPr/>
    </dgm:pt>
    <dgm:pt modelId="{A0CA325C-7656-42E3-A76C-80070E58ED57}" type="pres">
      <dgm:prSet presAssocID="{264C7E84-9054-4A97-824C-447A14CDFA68}" presName="vert1" presStyleCnt="0"/>
      <dgm:spPr/>
    </dgm:pt>
    <dgm:pt modelId="{E403B865-0E88-407C-9729-A8216622AEAC}" type="pres">
      <dgm:prSet presAssocID="{18EAB703-5759-4DFD-A504-55FCDB00B264}" presName="thickLine" presStyleLbl="alignNode1" presStyleIdx="4" presStyleCnt="5"/>
      <dgm:spPr/>
    </dgm:pt>
    <dgm:pt modelId="{DF64559A-3644-4941-8CD4-B13D901F0BC4}" type="pres">
      <dgm:prSet presAssocID="{18EAB703-5759-4DFD-A504-55FCDB00B264}" presName="horz1" presStyleCnt="0"/>
      <dgm:spPr/>
    </dgm:pt>
    <dgm:pt modelId="{3AA039D4-DCA3-4E2D-AC3E-329E6A65B6AD}" type="pres">
      <dgm:prSet presAssocID="{18EAB703-5759-4DFD-A504-55FCDB00B264}" presName="tx1" presStyleLbl="revTx" presStyleIdx="4" presStyleCnt="5"/>
      <dgm:spPr/>
    </dgm:pt>
    <dgm:pt modelId="{DDD84A4F-6BF2-4FB9-9156-C04607DAEB2F}" type="pres">
      <dgm:prSet presAssocID="{18EAB703-5759-4DFD-A504-55FCDB00B264}" presName="vert1" presStyleCnt="0"/>
      <dgm:spPr/>
    </dgm:pt>
  </dgm:ptLst>
  <dgm:cxnLst>
    <dgm:cxn modelId="{12C1FE03-6458-4DAF-BEC0-9C6DF155EE21}" srcId="{80BFEA38-5404-4B8D-8FF0-31AEF6D9C2EA}" destId="{557C8D34-EF9C-4966-BC71-AF48251CD59B}" srcOrd="0" destOrd="0" parTransId="{6CB726CD-C243-4857-B0AD-E277761AAEEA}" sibTransId="{830CA8C1-10F7-4321-8641-31A04D817166}"/>
    <dgm:cxn modelId="{ED4E1D05-0E48-42E5-846F-EAAB23673FFF}" srcId="{80BFEA38-5404-4B8D-8FF0-31AEF6D9C2EA}" destId="{264C7E84-9054-4A97-824C-447A14CDFA68}" srcOrd="3" destOrd="0" parTransId="{2B36E12E-AF93-4791-B5FC-9F3F1C6CE0D5}" sibTransId="{E8CF7B51-C1BF-43C5-8887-2951EFB68E0F}"/>
    <dgm:cxn modelId="{3D2AC207-39AA-495D-9A66-E9D9B28C8AD5}" srcId="{80BFEA38-5404-4B8D-8FF0-31AEF6D9C2EA}" destId="{549759C3-119E-4C85-88F3-BCE3E09DC0DD}" srcOrd="1" destOrd="0" parTransId="{A0F71007-B43F-4E01-A513-F22E0E43B150}" sibTransId="{5BD312B2-47EF-4AF1-8BEC-A7712CFE5288}"/>
    <dgm:cxn modelId="{69A08F2A-8DCB-4EB9-BE3E-F9E00D0B9483}" type="presOf" srcId="{18EAB703-5759-4DFD-A504-55FCDB00B264}" destId="{3AA039D4-DCA3-4E2D-AC3E-329E6A65B6AD}" srcOrd="0" destOrd="0" presId="urn:microsoft.com/office/officeart/2008/layout/LinedList"/>
    <dgm:cxn modelId="{2BCEEC38-FBE1-4B63-90D8-E3199BFDA403}" type="presOf" srcId="{DA5FA354-3201-4330-8C6F-E8CFA46A45C9}" destId="{C90C6B74-9EF4-4F62-975A-F8F559603A67}" srcOrd="0" destOrd="0" presId="urn:microsoft.com/office/officeart/2008/layout/LinedList"/>
    <dgm:cxn modelId="{095E4C5F-02DD-4F6B-B42E-7A71AA5B50CA}" type="presOf" srcId="{264C7E84-9054-4A97-824C-447A14CDFA68}" destId="{3B32FC10-192D-436F-B9CE-8022E1CF2014}" srcOrd="0" destOrd="0" presId="urn:microsoft.com/office/officeart/2008/layout/LinedList"/>
    <dgm:cxn modelId="{F8267E6D-50DB-4C97-90F5-E4F12CB3E7F9}" type="presOf" srcId="{549759C3-119E-4C85-88F3-BCE3E09DC0DD}" destId="{7DB1EEDD-8AA9-4987-87F7-3CC75176D4FD}" srcOrd="0" destOrd="0" presId="urn:microsoft.com/office/officeart/2008/layout/LinedList"/>
    <dgm:cxn modelId="{5A0B016E-72AA-4150-9BE7-F966715D1925}" srcId="{80BFEA38-5404-4B8D-8FF0-31AEF6D9C2EA}" destId="{18EAB703-5759-4DFD-A504-55FCDB00B264}" srcOrd="4" destOrd="0" parTransId="{81E7A390-C8D2-42FC-87C7-60A6636C13F6}" sibTransId="{122D1938-73B1-444C-9F90-86BCCE8A0F6F}"/>
    <dgm:cxn modelId="{0A973682-6744-4B40-AC7E-52ED206B0FF7}" type="presOf" srcId="{80BFEA38-5404-4B8D-8FF0-31AEF6D9C2EA}" destId="{11BADB92-3A68-4C13-BE8E-D05586BCEFB3}" srcOrd="0" destOrd="0" presId="urn:microsoft.com/office/officeart/2008/layout/LinedList"/>
    <dgm:cxn modelId="{2F5DCC85-9913-42EC-A14E-D688B971B0B1}" srcId="{80BFEA38-5404-4B8D-8FF0-31AEF6D9C2EA}" destId="{DA5FA354-3201-4330-8C6F-E8CFA46A45C9}" srcOrd="2" destOrd="0" parTransId="{A4D5F2EC-7E24-4C40-A278-D24A5BCBF709}" sibTransId="{2FB04516-1667-44CA-96A4-5E584B50A2A3}"/>
    <dgm:cxn modelId="{56CD98FB-A6BE-4546-BA9D-7598E3DF6C9C}" type="presOf" srcId="{557C8D34-EF9C-4966-BC71-AF48251CD59B}" destId="{7F74F263-C385-4258-9403-5D6D1BD404A1}" srcOrd="0" destOrd="0" presId="urn:microsoft.com/office/officeart/2008/layout/LinedList"/>
    <dgm:cxn modelId="{F55C1685-C9BD-4D39-93E7-D4190EBD0A29}" type="presParOf" srcId="{11BADB92-3A68-4C13-BE8E-D05586BCEFB3}" destId="{C0E996EB-0A04-4C2D-8DEA-A9CF1D98C40C}" srcOrd="0" destOrd="0" presId="urn:microsoft.com/office/officeart/2008/layout/LinedList"/>
    <dgm:cxn modelId="{56CA7CA9-28F1-4FF2-B629-84752E003C8F}" type="presParOf" srcId="{11BADB92-3A68-4C13-BE8E-D05586BCEFB3}" destId="{9FB45704-4557-4B9E-9E4B-0CED66CBECD7}" srcOrd="1" destOrd="0" presId="urn:microsoft.com/office/officeart/2008/layout/LinedList"/>
    <dgm:cxn modelId="{8BF6C03A-B924-4CC1-9606-E5ACA17808C4}" type="presParOf" srcId="{9FB45704-4557-4B9E-9E4B-0CED66CBECD7}" destId="{7F74F263-C385-4258-9403-5D6D1BD404A1}" srcOrd="0" destOrd="0" presId="urn:microsoft.com/office/officeart/2008/layout/LinedList"/>
    <dgm:cxn modelId="{D1893154-0434-40F6-991F-0FBBC6BCC823}" type="presParOf" srcId="{9FB45704-4557-4B9E-9E4B-0CED66CBECD7}" destId="{F605FC25-A6D0-44C9-AE1C-EE97ECFF68CC}" srcOrd="1" destOrd="0" presId="urn:microsoft.com/office/officeart/2008/layout/LinedList"/>
    <dgm:cxn modelId="{83E09AD3-8291-427C-877B-35992B6A266F}" type="presParOf" srcId="{11BADB92-3A68-4C13-BE8E-D05586BCEFB3}" destId="{83234A7B-AEC2-4744-BB3A-5B267650339D}" srcOrd="2" destOrd="0" presId="urn:microsoft.com/office/officeart/2008/layout/LinedList"/>
    <dgm:cxn modelId="{AD479DBF-7BEB-4AF6-8654-3D601DE63EE8}" type="presParOf" srcId="{11BADB92-3A68-4C13-BE8E-D05586BCEFB3}" destId="{4F70D03C-06F2-4144-BEBF-1D81CC49E21C}" srcOrd="3" destOrd="0" presId="urn:microsoft.com/office/officeart/2008/layout/LinedList"/>
    <dgm:cxn modelId="{14698D10-47B4-4305-924F-A4B53F319804}" type="presParOf" srcId="{4F70D03C-06F2-4144-BEBF-1D81CC49E21C}" destId="{7DB1EEDD-8AA9-4987-87F7-3CC75176D4FD}" srcOrd="0" destOrd="0" presId="urn:microsoft.com/office/officeart/2008/layout/LinedList"/>
    <dgm:cxn modelId="{E7161B0A-394A-42C4-B580-3C9F2CC3F4E5}" type="presParOf" srcId="{4F70D03C-06F2-4144-BEBF-1D81CC49E21C}" destId="{F6C7AFAA-D5F8-4C3D-B435-8D131CF2C4F7}" srcOrd="1" destOrd="0" presId="urn:microsoft.com/office/officeart/2008/layout/LinedList"/>
    <dgm:cxn modelId="{066FD972-E48E-43AB-94FE-7F9C2BAA7781}" type="presParOf" srcId="{11BADB92-3A68-4C13-BE8E-D05586BCEFB3}" destId="{E6951691-6F43-4DC2-9F4C-95F31838FFF3}" srcOrd="4" destOrd="0" presId="urn:microsoft.com/office/officeart/2008/layout/LinedList"/>
    <dgm:cxn modelId="{89B4E93C-25B6-4F38-A603-3A23C5363CB9}" type="presParOf" srcId="{11BADB92-3A68-4C13-BE8E-D05586BCEFB3}" destId="{A16867E1-05F1-4CAD-AFEA-103371D42622}" srcOrd="5" destOrd="0" presId="urn:microsoft.com/office/officeart/2008/layout/LinedList"/>
    <dgm:cxn modelId="{52D64793-C8C4-4ED6-A036-4B65FA1F90AD}" type="presParOf" srcId="{A16867E1-05F1-4CAD-AFEA-103371D42622}" destId="{C90C6B74-9EF4-4F62-975A-F8F559603A67}" srcOrd="0" destOrd="0" presId="urn:microsoft.com/office/officeart/2008/layout/LinedList"/>
    <dgm:cxn modelId="{FE20896F-31D0-4F3A-90A6-7BF31C943E00}" type="presParOf" srcId="{A16867E1-05F1-4CAD-AFEA-103371D42622}" destId="{8C977987-D2ED-4E14-B761-8392260B59B2}" srcOrd="1" destOrd="0" presId="urn:microsoft.com/office/officeart/2008/layout/LinedList"/>
    <dgm:cxn modelId="{38312A8F-E09B-48AB-A021-D9080D434A92}" type="presParOf" srcId="{11BADB92-3A68-4C13-BE8E-D05586BCEFB3}" destId="{7C7F1E3B-5DD0-44F4-87F9-6659F5BF8C1D}" srcOrd="6" destOrd="0" presId="urn:microsoft.com/office/officeart/2008/layout/LinedList"/>
    <dgm:cxn modelId="{C1800EFF-10E9-45EC-A138-7F36DD977E55}" type="presParOf" srcId="{11BADB92-3A68-4C13-BE8E-D05586BCEFB3}" destId="{ECD3D8A3-3AAD-4125-A961-91FF5EAB5961}" srcOrd="7" destOrd="0" presId="urn:microsoft.com/office/officeart/2008/layout/LinedList"/>
    <dgm:cxn modelId="{5E353EBA-6D22-462C-802C-C04C8165C076}" type="presParOf" srcId="{ECD3D8A3-3AAD-4125-A961-91FF5EAB5961}" destId="{3B32FC10-192D-436F-B9CE-8022E1CF2014}" srcOrd="0" destOrd="0" presId="urn:microsoft.com/office/officeart/2008/layout/LinedList"/>
    <dgm:cxn modelId="{D76046AB-F165-417B-B6AE-C562FD8FD280}" type="presParOf" srcId="{ECD3D8A3-3AAD-4125-A961-91FF5EAB5961}" destId="{A0CA325C-7656-42E3-A76C-80070E58ED57}" srcOrd="1" destOrd="0" presId="urn:microsoft.com/office/officeart/2008/layout/LinedList"/>
    <dgm:cxn modelId="{41D117DA-D759-4368-9C01-5EE41B98A213}" type="presParOf" srcId="{11BADB92-3A68-4C13-BE8E-D05586BCEFB3}" destId="{E403B865-0E88-407C-9729-A8216622AEAC}" srcOrd="8" destOrd="0" presId="urn:microsoft.com/office/officeart/2008/layout/LinedList"/>
    <dgm:cxn modelId="{FF816AB5-D5CB-408A-94D3-5E53B31E0315}" type="presParOf" srcId="{11BADB92-3A68-4C13-BE8E-D05586BCEFB3}" destId="{DF64559A-3644-4941-8CD4-B13D901F0BC4}" srcOrd="9" destOrd="0" presId="urn:microsoft.com/office/officeart/2008/layout/LinedList"/>
    <dgm:cxn modelId="{5A22FAC0-7960-4E4E-998E-1E5EA6D3CE5E}" type="presParOf" srcId="{DF64559A-3644-4941-8CD4-B13D901F0BC4}" destId="{3AA039D4-DCA3-4E2D-AC3E-329E6A65B6AD}" srcOrd="0" destOrd="0" presId="urn:microsoft.com/office/officeart/2008/layout/LinedList"/>
    <dgm:cxn modelId="{0BA6BEB6-0317-41BD-9789-9B8579951FB1}" type="presParOf" srcId="{DF64559A-3644-4941-8CD4-B13D901F0BC4}" destId="{DDD84A4F-6BF2-4FB9-9156-C04607DAEB2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0C10CD2-1D7C-4EAF-BC9B-BE956B60DD2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393904AA-34A9-4BA1-893C-34954124E825}">
      <dgm:prSet/>
      <dgm:spPr/>
      <dgm:t>
        <a:bodyPr/>
        <a:lstStyle/>
        <a:p>
          <a:r>
            <a:rPr lang="ru-RU"/>
            <a:t>Строгий, официальный дизайн</a:t>
          </a:r>
          <a:endParaRPr lang="en-US"/>
        </a:p>
      </dgm:t>
    </dgm:pt>
    <dgm:pt modelId="{F0BB72A6-80A5-4954-8D0C-095224B95D9A}" type="parTrans" cxnId="{851E818F-4686-4803-9A59-65FFDB032FC0}">
      <dgm:prSet/>
      <dgm:spPr/>
      <dgm:t>
        <a:bodyPr/>
        <a:lstStyle/>
        <a:p>
          <a:endParaRPr lang="en-US"/>
        </a:p>
      </dgm:t>
    </dgm:pt>
    <dgm:pt modelId="{6505E405-5AD1-4FF7-AA61-ED1349DA72FE}" type="sibTrans" cxnId="{851E818F-4686-4803-9A59-65FFDB032FC0}">
      <dgm:prSet/>
      <dgm:spPr/>
      <dgm:t>
        <a:bodyPr/>
        <a:lstStyle/>
        <a:p>
          <a:endParaRPr lang="en-US"/>
        </a:p>
      </dgm:t>
    </dgm:pt>
    <dgm:pt modelId="{E55E0C89-03F8-431E-A466-1F6573675DA5}">
      <dgm:prSet/>
      <dgm:spPr/>
      <dgm:t>
        <a:bodyPr/>
        <a:lstStyle/>
        <a:p>
          <a:r>
            <a:rPr lang="ru-RU"/>
            <a:t>Интуитивный поиск по фамилии</a:t>
          </a:r>
          <a:endParaRPr lang="en-US"/>
        </a:p>
      </dgm:t>
    </dgm:pt>
    <dgm:pt modelId="{330E6B05-33F1-4A8B-8090-45CDE6E20711}" type="parTrans" cxnId="{DFFD4F3E-F0DF-4288-B29C-54369B9A3B65}">
      <dgm:prSet/>
      <dgm:spPr/>
      <dgm:t>
        <a:bodyPr/>
        <a:lstStyle/>
        <a:p>
          <a:endParaRPr lang="en-US"/>
        </a:p>
      </dgm:t>
    </dgm:pt>
    <dgm:pt modelId="{AC00C003-D726-42AE-9166-E12B5B7DCF24}" type="sibTrans" cxnId="{DFFD4F3E-F0DF-4288-B29C-54369B9A3B65}">
      <dgm:prSet/>
      <dgm:spPr/>
      <dgm:t>
        <a:bodyPr/>
        <a:lstStyle/>
        <a:p>
          <a:endParaRPr lang="en-US"/>
        </a:p>
      </dgm:t>
    </dgm:pt>
    <dgm:pt modelId="{16963CDA-A97E-4C88-BD4D-C4E7BCFDA086}">
      <dgm:prSet/>
      <dgm:spPr/>
      <dgm:t>
        <a:bodyPr/>
        <a:lstStyle/>
        <a:p>
          <a:r>
            <a:rPr lang="ru-RU"/>
            <a:t>Интерактивные карты боевых действий</a:t>
          </a:r>
          <a:endParaRPr lang="en-US"/>
        </a:p>
      </dgm:t>
    </dgm:pt>
    <dgm:pt modelId="{290BFAEB-3022-491F-AB63-63B904EE42C0}" type="parTrans" cxnId="{6503851F-2DEA-49B7-A88A-DFD698A19D51}">
      <dgm:prSet/>
      <dgm:spPr/>
      <dgm:t>
        <a:bodyPr/>
        <a:lstStyle/>
        <a:p>
          <a:endParaRPr lang="en-US"/>
        </a:p>
      </dgm:t>
    </dgm:pt>
    <dgm:pt modelId="{02293024-4BB9-466A-8F11-7745DFF1DABF}" type="sibTrans" cxnId="{6503851F-2DEA-49B7-A88A-DFD698A19D51}">
      <dgm:prSet/>
      <dgm:spPr/>
      <dgm:t>
        <a:bodyPr/>
        <a:lstStyle/>
        <a:p>
          <a:endParaRPr lang="en-US"/>
        </a:p>
      </dgm:t>
    </dgm:pt>
    <dgm:pt modelId="{AEB988BE-0F0F-423F-809C-D2C59C0CC80D}">
      <dgm:prSet/>
      <dgm:spPr/>
      <dgm:t>
        <a:bodyPr/>
        <a:lstStyle/>
        <a:p>
          <a:r>
            <a:rPr lang="ru-RU"/>
            <a:t>Возможность создать «Личный архив»</a:t>
          </a:r>
          <a:endParaRPr lang="en-US"/>
        </a:p>
      </dgm:t>
    </dgm:pt>
    <dgm:pt modelId="{72728B76-F7EA-4618-AD57-DAB241910B71}" type="parTrans" cxnId="{91F4DF71-72CE-47E5-B53C-FCDA4610882F}">
      <dgm:prSet/>
      <dgm:spPr/>
      <dgm:t>
        <a:bodyPr/>
        <a:lstStyle/>
        <a:p>
          <a:endParaRPr lang="en-US"/>
        </a:p>
      </dgm:t>
    </dgm:pt>
    <dgm:pt modelId="{F4469D1F-4B04-4A2E-A34F-0255BFCB6561}" type="sibTrans" cxnId="{91F4DF71-72CE-47E5-B53C-FCDA4610882F}">
      <dgm:prSet/>
      <dgm:spPr/>
      <dgm:t>
        <a:bodyPr/>
        <a:lstStyle/>
        <a:p>
          <a:endParaRPr lang="en-US"/>
        </a:p>
      </dgm:t>
    </dgm:pt>
    <dgm:pt modelId="{7FF86726-B065-4561-BD14-3789FCED5EA5}">
      <dgm:prSet/>
      <dgm:spPr/>
      <dgm:t>
        <a:bodyPr/>
        <a:lstStyle/>
        <a:p>
          <a:r>
            <a:rPr lang="ru-RU"/>
            <a:t>Реклама: ОТСУТСТВУЕТ</a:t>
          </a:r>
          <a:endParaRPr lang="en-US"/>
        </a:p>
      </dgm:t>
    </dgm:pt>
    <dgm:pt modelId="{4B7B06B7-A458-4DEF-A181-F9FAE462487F}" type="parTrans" cxnId="{9AEF8014-67EE-437A-A63E-87D46CF0696E}">
      <dgm:prSet/>
      <dgm:spPr/>
      <dgm:t>
        <a:bodyPr/>
        <a:lstStyle/>
        <a:p>
          <a:endParaRPr lang="en-US"/>
        </a:p>
      </dgm:t>
    </dgm:pt>
    <dgm:pt modelId="{69746BE4-4535-4D2F-B633-65358128F041}" type="sibTrans" cxnId="{9AEF8014-67EE-437A-A63E-87D46CF0696E}">
      <dgm:prSet/>
      <dgm:spPr/>
      <dgm:t>
        <a:bodyPr/>
        <a:lstStyle/>
        <a:p>
          <a:endParaRPr lang="en-US"/>
        </a:p>
      </dgm:t>
    </dgm:pt>
    <dgm:pt modelId="{6DB7BFF3-2051-40C2-A867-8E5AE6D9EFD2}">
      <dgm:prSet/>
      <dgm:spPr/>
      <dgm:t>
        <a:bodyPr/>
        <a:lstStyle/>
        <a:p>
          <a:r>
            <a:rPr lang="ru-RU"/>
            <a:t>Языки: русский, английский</a:t>
          </a:r>
          <a:endParaRPr lang="en-US"/>
        </a:p>
      </dgm:t>
    </dgm:pt>
    <dgm:pt modelId="{944173B0-AAD2-4DA2-A840-4B0C6EAB8CC7}" type="parTrans" cxnId="{61FAB85E-68C5-41D1-9ECA-6ECDD619A3D8}">
      <dgm:prSet/>
      <dgm:spPr/>
      <dgm:t>
        <a:bodyPr/>
        <a:lstStyle/>
        <a:p>
          <a:endParaRPr lang="en-US"/>
        </a:p>
      </dgm:t>
    </dgm:pt>
    <dgm:pt modelId="{2E76D6FA-3330-4227-BF0E-405A498D4735}" type="sibTrans" cxnId="{61FAB85E-68C5-41D1-9ECA-6ECDD619A3D8}">
      <dgm:prSet/>
      <dgm:spPr/>
      <dgm:t>
        <a:bodyPr/>
        <a:lstStyle/>
        <a:p>
          <a:endParaRPr lang="en-US"/>
        </a:p>
      </dgm:t>
    </dgm:pt>
    <dgm:pt modelId="{097ABB57-0EEB-4B35-A077-872E46AA0B18}" type="pres">
      <dgm:prSet presAssocID="{70C10CD2-1D7C-4EAF-BC9B-BE956B60DD21}" presName="root" presStyleCnt="0">
        <dgm:presLayoutVars>
          <dgm:dir/>
          <dgm:resizeHandles val="exact"/>
        </dgm:presLayoutVars>
      </dgm:prSet>
      <dgm:spPr/>
    </dgm:pt>
    <dgm:pt modelId="{AFC6E403-47B9-479A-82BE-C25669B9AD63}" type="pres">
      <dgm:prSet presAssocID="{393904AA-34A9-4BA1-893C-34954124E825}" presName="compNode" presStyleCnt="0"/>
      <dgm:spPr/>
    </dgm:pt>
    <dgm:pt modelId="{BC814414-E067-403B-AC37-1B5D0804F1FA}" type="pres">
      <dgm:prSet presAssocID="{393904AA-34A9-4BA1-893C-34954124E825}" presName="bgRect" presStyleLbl="bgShp" presStyleIdx="0" presStyleCnt="6"/>
      <dgm:spPr/>
    </dgm:pt>
    <dgm:pt modelId="{AC9DAF25-8C72-40D8-A0AB-74EAD090B7A7}" type="pres">
      <dgm:prSet presAssocID="{393904AA-34A9-4BA1-893C-34954124E82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tle scene"/>
        </a:ext>
      </dgm:extLst>
    </dgm:pt>
    <dgm:pt modelId="{8A0EE984-D0C9-41D8-9AFC-F9701ED25165}" type="pres">
      <dgm:prSet presAssocID="{393904AA-34A9-4BA1-893C-34954124E825}" presName="spaceRect" presStyleCnt="0"/>
      <dgm:spPr/>
    </dgm:pt>
    <dgm:pt modelId="{76F988E6-B194-450A-B41F-18497D3C3CD6}" type="pres">
      <dgm:prSet presAssocID="{393904AA-34A9-4BA1-893C-34954124E825}" presName="parTx" presStyleLbl="revTx" presStyleIdx="0" presStyleCnt="6">
        <dgm:presLayoutVars>
          <dgm:chMax val="0"/>
          <dgm:chPref val="0"/>
        </dgm:presLayoutVars>
      </dgm:prSet>
      <dgm:spPr/>
    </dgm:pt>
    <dgm:pt modelId="{BBB655A9-A9A8-4E33-B2C8-ED53C3D8D291}" type="pres">
      <dgm:prSet presAssocID="{6505E405-5AD1-4FF7-AA61-ED1349DA72FE}" presName="sibTrans" presStyleCnt="0"/>
      <dgm:spPr/>
    </dgm:pt>
    <dgm:pt modelId="{6CE821B4-1AE4-4299-990E-9994BA09E2DC}" type="pres">
      <dgm:prSet presAssocID="{E55E0C89-03F8-431E-A466-1F6573675DA5}" presName="compNode" presStyleCnt="0"/>
      <dgm:spPr/>
    </dgm:pt>
    <dgm:pt modelId="{60495E0A-48A1-475A-AB07-3F8774523C72}" type="pres">
      <dgm:prSet presAssocID="{E55E0C89-03F8-431E-A466-1F6573675DA5}" presName="bgRect" presStyleLbl="bgShp" presStyleIdx="1" presStyleCnt="6"/>
      <dgm:spPr/>
    </dgm:pt>
    <dgm:pt modelId="{622BCBB7-8D5B-47DB-B8BD-521B73B472F6}" type="pres">
      <dgm:prSet presAssocID="{E55E0C89-03F8-431E-A466-1F6573675DA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A1707B6-0CB1-4ABA-806B-2AFA6B6F48D0}" type="pres">
      <dgm:prSet presAssocID="{E55E0C89-03F8-431E-A466-1F6573675DA5}" presName="spaceRect" presStyleCnt="0"/>
      <dgm:spPr/>
    </dgm:pt>
    <dgm:pt modelId="{30ABC658-14E0-45DB-8CBD-90EEF380CE89}" type="pres">
      <dgm:prSet presAssocID="{E55E0C89-03F8-431E-A466-1F6573675DA5}" presName="parTx" presStyleLbl="revTx" presStyleIdx="1" presStyleCnt="6">
        <dgm:presLayoutVars>
          <dgm:chMax val="0"/>
          <dgm:chPref val="0"/>
        </dgm:presLayoutVars>
      </dgm:prSet>
      <dgm:spPr/>
    </dgm:pt>
    <dgm:pt modelId="{14AC5C1E-255D-4339-AD42-24667F8110AD}" type="pres">
      <dgm:prSet presAssocID="{AC00C003-D726-42AE-9166-E12B5B7DCF24}" presName="sibTrans" presStyleCnt="0"/>
      <dgm:spPr/>
    </dgm:pt>
    <dgm:pt modelId="{AE8DE27F-0CB0-4E50-9020-63A3B895A0C1}" type="pres">
      <dgm:prSet presAssocID="{16963CDA-A97E-4C88-BD4D-C4E7BCFDA086}" presName="compNode" presStyleCnt="0"/>
      <dgm:spPr/>
    </dgm:pt>
    <dgm:pt modelId="{71B7324F-6879-4CBB-A2D5-06C3102BBD33}" type="pres">
      <dgm:prSet presAssocID="{16963CDA-A97E-4C88-BD4D-C4E7BCFDA086}" presName="bgRect" presStyleLbl="bgShp" presStyleIdx="2" presStyleCnt="6"/>
      <dgm:spPr/>
    </dgm:pt>
    <dgm:pt modelId="{C8B2C46D-11A0-4780-9193-5C94485C9CE8}" type="pres">
      <dgm:prSet presAssocID="{16963CDA-A97E-4C88-BD4D-C4E7BCFDA08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57B74D04-26A8-4731-B058-DF137285D812}" type="pres">
      <dgm:prSet presAssocID="{16963CDA-A97E-4C88-BD4D-C4E7BCFDA086}" presName="spaceRect" presStyleCnt="0"/>
      <dgm:spPr/>
    </dgm:pt>
    <dgm:pt modelId="{EFA1FD51-D495-4343-BB06-EC4BE3FEE407}" type="pres">
      <dgm:prSet presAssocID="{16963CDA-A97E-4C88-BD4D-C4E7BCFDA086}" presName="parTx" presStyleLbl="revTx" presStyleIdx="2" presStyleCnt="6">
        <dgm:presLayoutVars>
          <dgm:chMax val="0"/>
          <dgm:chPref val="0"/>
        </dgm:presLayoutVars>
      </dgm:prSet>
      <dgm:spPr/>
    </dgm:pt>
    <dgm:pt modelId="{8E4A4079-C809-4E1D-BDE2-B8BB0C61092B}" type="pres">
      <dgm:prSet presAssocID="{02293024-4BB9-466A-8F11-7745DFF1DABF}" presName="sibTrans" presStyleCnt="0"/>
      <dgm:spPr/>
    </dgm:pt>
    <dgm:pt modelId="{295B8620-1926-49A4-ADC1-7B63548877F5}" type="pres">
      <dgm:prSet presAssocID="{AEB988BE-0F0F-423F-809C-D2C59C0CC80D}" presName="compNode" presStyleCnt="0"/>
      <dgm:spPr/>
    </dgm:pt>
    <dgm:pt modelId="{A637A871-2684-4EC8-AA99-B324613C8F7A}" type="pres">
      <dgm:prSet presAssocID="{AEB988BE-0F0F-423F-809C-D2C59C0CC80D}" presName="bgRect" presStyleLbl="bgShp" presStyleIdx="3" presStyleCnt="6"/>
      <dgm:spPr/>
    </dgm:pt>
    <dgm:pt modelId="{1F0BD9CF-C642-4898-9018-ECEBA1A5D0A9}" type="pres">
      <dgm:prSet presAssocID="{AEB988BE-0F0F-423F-809C-D2C59C0CC80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7AC9CFA-A096-451E-8AC6-3DA2B8ACA9F9}" type="pres">
      <dgm:prSet presAssocID="{AEB988BE-0F0F-423F-809C-D2C59C0CC80D}" presName="spaceRect" presStyleCnt="0"/>
      <dgm:spPr/>
    </dgm:pt>
    <dgm:pt modelId="{C406F443-A4F9-4C26-8EE5-F23C26988519}" type="pres">
      <dgm:prSet presAssocID="{AEB988BE-0F0F-423F-809C-D2C59C0CC80D}" presName="parTx" presStyleLbl="revTx" presStyleIdx="3" presStyleCnt="6">
        <dgm:presLayoutVars>
          <dgm:chMax val="0"/>
          <dgm:chPref val="0"/>
        </dgm:presLayoutVars>
      </dgm:prSet>
      <dgm:spPr/>
    </dgm:pt>
    <dgm:pt modelId="{3F7BAF94-31D2-4C9D-A124-8DDCB28B978E}" type="pres">
      <dgm:prSet presAssocID="{F4469D1F-4B04-4A2E-A34F-0255BFCB6561}" presName="sibTrans" presStyleCnt="0"/>
      <dgm:spPr/>
    </dgm:pt>
    <dgm:pt modelId="{76831EC0-E5CC-4438-9C4C-17869C5DBC19}" type="pres">
      <dgm:prSet presAssocID="{7FF86726-B065-4561-BD14-3789FCED5EA5}" presName="compNode" presStyleCnt="0"/>
      <dgm:spPr/>
    </dgm:pt>
    <dgm:pt modelId="{BD7B9702-39ED-4234-8D06-44ACC398176E}" type="pres">
      <dgm:prSet presAssocID="{7FF86726-B065-4561-BD14-3789FCED5EA5}" presName="bgRect" presStyleLbl="bgShp" presStyleIdx="4" presStyleCnt="6"/>
      <dgm:spPr/>
    </dgm:pt>
    <dgm:pt modelId="{32F84373-BEFC-44B7-B047-B7790BAE94AF}" type="pres">
      <dgm:prSet presAssocID="{7FF86726-B065-4561-BD14-3789FCED5EA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AF6956E6-42A5-419F-AD25-E8EF10656936}" type="pres">
      <dgm:prSet presAssocID="{7FF86726-B065-4561-BD14-3789FCED5EA5}" presName="spaceRect" presStyleCnt="0"/>
      <dgm:spPr/>
    </dgm:pt>
    <dgm:pt modelId="{1C4E25A9-3633-4C7E-9316-DBF8C3E647D3}" type="pres">
      <dgm:prSet presAssocID="{7FF86726-B065-4561-BD14-3789FCED5EA5}" presName="parTx" presStyleLbl="revTx" presStyleIdx="4" presStyleCnt="6">
        <dgm:presLayoutVars>
          <dgm:chMax val="0"/>
          <dgm:chPref val="0"/>
        </dgm:presLayoutVars>
      </dgm:prSet>
      <dgm:spPr/>
    </dgm:pt>
    <dgm:pt modelId="{133B901B-0284-4EA2-AA0D-989434ABEA1A}" type="pres">
      <dgm:prSet presAssocID="{69746BE4-4535-4D2F-B633-65358128F041}" presName="sibTrans" presStyleCnt="0"/>
      <dgm:spPr/>
    </dgm:pt>
    <dgm:pt modelId="{F865C8E2-BECF-4723-8B7A-14A8D5FF8392}" type="pres">
      <dgm:prSet presAssocID="{6DB7BFF3-2051-40C2-A867-8E5AE6D9EFD2}" presName="compNode" presStyleCnt="0"/>
      <dgm:spPr/>
    </dgm:pt>
    <dgm:pt modelId="{68F4B9A5-2B8F-4C64-93DA-977A635FCEA8}" type="pres">
      <dgm:prSet presAssocID="{6DB7BFF3-2051-40C2-A867-8E5AE6D9EFD2}" presName="bgRect" presStyleLbl="bgShp" presStyleIdx="5" presStyleCnt="6"/>
      <dgm:spPr/>
    </dgm:pt>
    <dgm:pt modelId="{C7566D33-3509-431A-9DC6-0092B1ACD5B7}" type="pres">
      <dgm:prSet presAssocID="{6DB7BFF3-2051-40C2-A867-8E5AE6D9EFD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Язык"/>
        </a:ext>
      </dgm:extLst>
    </dgm:pt>
    <dgm:pt modelId="{B681CCB8-8F7F-4F57-BACE-25807B81649A}" type="pres">
      <dgm:prSet presAssocID="{6DB7BFF3-2051-40C2-A867-8E5AE6D9EFD2}" presName="spaceRect" presStyleCnt="0"/>
      <dgm:spPr/>
    </dgm:pt>
    <dgm:pt modelId="{9B93CD50-3DBC-44E9-93F2-FC99777C7F76}" type="pres">
      <dgm:prSet presAssocID="{6DB7BFF3-2051-40C2-A867-8E5AE6D9EFD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AEF8014-67EE-437A-A63E-87D46CF0696E}" srcId="{70C10CD2-1D7C-4EAF-BC9B-BE956B60DD21}" destId="{7FF86726-B065-4561-BD14-3789FCED5EA5}" srcOrd="4" destOrd="0" parTransId="{4B7B06B7-A458-4DEF-A181-F9FAE462487F}" sibTransId="{69746BE4-4535-4D2F-B633-65358128F041}"/>
    <dgm:cxn modelId="{6503851F-2DEA-49B7-A88A-DFD698A19D51}" srcId="{70C10CD2-1D7C-4EAF-BC9B-BE956B60DD21}" destId="{16963CDA-A97E-4C88-BD4D-C4E7BCFDA086}" srcOrd="2" destOrd="0" parTransId="{290BFAEB-3022-491F-AB63-63B904EE42C0}" sibTransId="{02293024-4BB9-466A-8F11-7745DFF1DABF}"/>
    <dgm:cxn modelId="{DFFD4F3E-F0DF-4288-B29C-54369B9A3B65}" srcId="{70C10CD2-1D7C-4EAF-BC9B-BE956B60DD21}" destId="{E55E0C89-03F8-431E-A466-1F6573675DA5}" srcOrd="1" destOrd="0" parTransId="{330E6B05-33F1-4A8B-8090-45CDE6E20711}" sibTransId="{AC00C003-D726-42AE-9166-E12B5B7DCF24}"/>
    <dgm:cxn modelId="{61FAB85E-68C5-41D1-9ECA-6ECDD619A3D8}" srcId="{70C10CD2-1D7C-4EAF-BC9B-BE956B60DD21}" destId="{6DB7BFF3-2051-40C2-A867-8E5AE6D9EFD2}" srcOrd="5" destOrd="0" parTransId="{944173B0-AAD2-4DA2-A840-4B0C6EAB8CC7}" sibTransId="{2E76D6FA-3330-4227-BF0E-405A498D4735}"/>
    <dgm:cxn modelId="{30F60160-8F7A-4120-B9DB-5ECEE2AD8C13}" type="presOf" srcId="{393904AA-34A9-4BA1-893C-34954124E825}" destId="{76F988E6-B194-450A-B41F-18497D3C3CD6}" srcOrd="0" destOrd="0" presId="urn:microsoft.com/office/officeart/2018/2/layout/IconVerticalSolidList"/>
    <dgm:cxn modelId="{91F4DF71-72CE-47E5-B53C-FCDA4610882F}" srcId="{70C10CD2-1D7C-4EAF-BC9B-BE956B60DD21}" destId="{AEB988BE-0F0F-423F-809C-D2C59C0CC80D}" srcOrd="3" destOrd="0" parTransId="{72728B76-F7EA-4618-AD57-DAB241910B71}" sibTransId="{F4469D1F-4B04-4A2E-A34F-0255BFCB6561}"/>
    <dgm:cxn modelId="{764F6C52-A4E0-42FA-9F1D-4C894AE894C7}" type="presOf" srcId="{70C10CD2-1D7C-4EAF-BC9B-BE956B60DD21}" destId="{097ABB57-0EEB-4B35-A077-872E46AA0B18}" srcOrd="0" destOrd="0" presId="urn:microsoft.com/office/officeart/2018/2/layout/IconVerticalSolidList"/>
    <dgm:cxn modelId="{28F08B56-8BAA-4960-B34C-45C0D37DEC64}" type="presOf" srcId="{7FF86726-B065-4561-BD14-3789FCED5EA5}" destId="{1C4E25A9-3633-4C7E-9316-DBF8C3E647D3}" srcOrd="0" destOrd="0" presId="urn:microsoft.com/office/officeart/2018/2/layout/IconVerticalSolidList"/>
    <dgm:cxn modelId="{0F184458-88AD-481C-80C4-75843C5E52AD}" type="presOf" srcId="{6DB7BFF3-2051-40C2-A867-8E5AE6D9EFD2}" destId="{9B93CD50-3DBC-44E9-93F2-FC99777C7F76}" srcOrd="0" destOrd="0" presId="urn:microsoft.com/office/officeart/2018/2/layout/IconVerticalSolidList"/>
    <dgm:cxn modelId="{073CAA7B-CD05-453C-B513-824E24CA78D2}" type="presOf" srcId="{16963CDA-A97E-4C88-BD4D-C4E7BCFDA086}" destId="{EFA1FD51-D495-4343-BB06-EC4BE3FEE407}" srcOrd="0" destOrd="0" presId="urn:microsoft.com/office/officeart/2018/2/layout/IconVerticalSolidList"/>
    <dgm:cxn modelId="{851E818F-4686-4803-9A59-65FFDB032FC0}" srcId="{70C10CD2-1D7C-4EAF-BC9B-BE956B60DD21}" destId="{393904AA-34A9-4BA1-893C-34954124E825}" srcOrd="0" destOrd="0" parTransId="{F0BB72A6-80A5-4954-8D0C-095224B95D9A}" sibTransId="{6505E405-5AD1-4FF7-AA61-ED1349DA72FE}"/>
    <dgm:cxn modelId="{5459E3C6-10CE-4E18-B352-3A6F8B7B84F1}" type="presOf" srcId="{E55E0C89-03F8-431E-A466-1F6573675DA5}" destId="{30ABC658-14E0-45DB-8CBD-90EEF380CE89}" srcOrd="0" destOrd="0" presId="urn:microsoft.com/office/officeart/2018/2/layout/IconVerticalSolidList"/>
    <dgm:cxn modelId="{6D81F0E8-7CF5-4776-B953-0F4E11D50B21}" type="presOf" srcId="{AEB988BE-0F0F-423F-809C-D2C59C0CC80D}" destId="{C406F443-A4F9-4C26-8EE5-F23C26988519}" srcOrd="0" destOrd="0" presId="urn:microsoft.com/office/officeart/2018/2/layout/IconVerticalSolidList"/>
    <dgm:cxn modelId="{652F6E00-EBA1-45AB-8D13-7E118B049A4C}" type="presParOf" srcId="{097ABB57-0EEB-4B35-A077-872E46AA0B18}" destId="{AFC6E403-47B9-479A-82BE-C25669B9AD63}" srcOrd="0" destOrd="0" presId="urn:microsoft.com/office/officeart/2018/2/layout/IconVerticalSolidList"/>
    <dgm:cxn modelId="{D747F1E8-69D9-4F69-8D22-38B2CA79F731}" type="presParOf" srcId="{AFC6E403-47B9-479A-82BE-C25669B9AD63}" destId="{BC814414-E067-403B-AC37-1B5D0804F1FA}" srcOrd="0" destOrd="0" presId="urn:microsoft.com/office/officeart/2018/2/layout/IconVerticalSolidList"/>
    <dgm:cxn modelId="{2B1AECB3-6191-475E-972E-5E6726A13B89}" type="presParOf" srcId="{AFC6E403-47B9-479A-82BE-C25669B9AD63}" destId="{AC9DAF25-8C72-40D8-A0AB-74EAD090B7A7}" srcOrd="1" destOrd="0" presId="urn:microsoft.com/office/officeart/2018/2/layout/IconVerticalSolidList"/>
    <dgm:cxn modelId="{453B8256-1F0E-482E-A396-5478126E1057}" type="presParOf" srcId="{AFC6E403-47B9-479A-82BE-C25669B9AD63}" destId="{8A0EE984-D0C9-41D8-9AFC-F9701ED25165}" srcOrd="2" destOrd="0" presId="urn:microsoft.com/office/officeart/2018/2/layout/IconVerticalSolidList"/>
    <dgm:cxn modelId="{03A0F63C-518E-4E87-A977-287AFA565507}" type="presParOf" srcId="{AFC6E403-47B9-479A-82BE-C25669B9AD63}" destId="{76F988E6-B194-450A-B41F-18497D3C3CD6}" srcOrd="3" destOrd="0" presId="urn:microsoft.com/office/officeart/2018/2/layout/IconVerticalSolidList"/>
    <dgm:cxn modelId="{84877428-D1EB-464F-B17C-878C98C6E07C}" type="presParOf" srcId="{097ABB57-0EEB-4B35-A077-872E46AA0B18}" destId="{BBB655A9-A9A8-4E33-B2C8-ED53C3D8D291}" srcOrd="1" destOrd="0" presId="urn:microsoft.com/office/officeart/2018/2/layout/IconVerticalSolidList"/>
    <dgm:cxn modelId="{6F8F5FDD-A9EE-4193-B0DE-C05328AB1B6C}" type="presParOf" srcId="{097ABB57-0EEB-4B35-A077-872E46AA0B18}" destId="{6CE821B4-1AE4-4299-990E-9994BA09E2DC}" srcOrd="2" destOrd="0" presId="urn:microsoft.com/office/officeart/2018/2/layout/IconVerticalSolidList"/>
    <dgm:cxn modelId="{0BA0C6DD-22F9-41B6-9F09-293A65A8DA4D}" type="presParOf" srcId="{6CE821B4-1AE4-4299-990E-9994BA09E2DC}" destId="{60495E0A-48A1-475A-AB07-3F8774523C72}" srcOrd="0" destOrd="0" presId="urn:microsoft.com/office/officeart/2018/2/layout/IconVerticalSolidList"/>
    <dgm:cxn modelId="{22EC8CE6-E7A3-4C95-BF3D-B30889A28D6B}" type="presParOf" srcId="{6CE821B4-1AE4-4299-990E-9994BA09E2DC}" destId="{622BCBB7-8D5B-47DB-B8BD-521B73B472F6}" srcOrd="1" destOrd="0" presId="urn:microsoft.com/office/officeart/2018/2/layout/IconVerticalSolidList"/>
    <dgm:cxn modelId="{350D33C3-10F3-4F21-A095-6FFEC38B8BFC}" type="presParOf" srcId="{6CE821B4-1AE4-4299-990E-9994BA09E2DC}" destId="{9A1707B6-0CB1-4ABA-806B-2AFA6B6F48D0}" srcOrd="2" destOrd="0" presId="urn:microsoft.com/office/officeart/2018/2/layout/IconVerticalSolidList"/>
    <dgm:cxn modelId="{C6ED1653-26EC-49EB-9999-75B3EE42A395}" type="presParOf" srcId="{6CE821B4-1AE4-4299-990E-9994BA09E2DC}" destId="{30ABC658-14E0-45DB-8CBD-90EEF380CE89}" srcOrd="3" destOrd="0" presId="urn:microsoft.com/office/officeart/2018/2/layout/IconVerticalSolidList"/>
    <dgm:cxn modelId="{F191C507-0FF3-4073-B2B1-A5789356C47F}" type="presParOf" srcId="{097ABB57-0EEB-4B35-A077-872E46AA0B18}" destId="{14AC5C1E-255D-4339-AD42-24667F8110AD}" srcOrd="3" destOrd="0" presId="urn:microsoft.com/office/officeart/2018/2/layout/IconVerticalSolidList"/>
    <dgm:cxn modelId="{196FD889-878C-4F99-8179-501CDD6936C3}" type="presParOf" srcId="{097ABB57-0EEB-4B35-A077-872E46AA0B18}" destId="{AE8DE27F-0CB0-4E50-9020-63A3B895A0C1}" srcOrd="4" destOrd="0" presId="urn:microsoft.com/office/officeart/2018/2/layout/IconVerticalSolidList"/>
    <dgm:cxn modelId="{D05949DA-6550-46FB-A856-EE2219281E55}" type="presParOf" srcId="{AE8DE27F-0CB0-4E50-9020-63A3B895A0C1}" destId="{71B7324F-6879-4CBB-A2D5-06C3102BBD33}" srcOrd="0" destOrd="0" presId="urn:microsoft.com/office/officeart/2018/2/layout/IconVerticalSolidList"/>
    <dgm:cxn modelId="{BE70A089-0FA3-4BCE-934C-6ABFC3A56FB1}" type="presParOf" srcId="{AE8DE27F-0CB0-4E50-9020-63A3B895A0C1}" destId="{C8B2C46D-11A0-4780-9193-5C94485C9CE8}" srcOrd="1" destOrd="0" presId="urn:microsoft.com/office/officeart/2018/2/layout/IconVerticalSolidList"/>
    <dgm:cxn modelId="{1A7490C8-7109-44EB-AB35-B98797196F94}" type="presParOf" srcId="{AE8DE27F-0CB0-4E50-9020-63A3B895A0C1}" destId="{57B74D04-26A8-4731-B058-DF137285D812}" srcOrd="2" destOrd="0" presId="urn:microsoft.com/office/officeart/2018/2/layout/IconVerticalSolidList"/>
    <dgm:cxn modelId="{F1741233-CC89-40FC-A934-9D559693EA13}" type="presParOf" srcId="{AE8DE27F-0CB0-4E50-9020-63A3B895A0C1}" destId="{EFA1FD51-D495-4343-BB06-EC4BE3FEE407}" srcOrd="3" destOrd="0" presId="urn:microsoft.com/office/officeart/2018/2/layout/IconVerticalSolidList"/>
    <dgm:cxn modelId="{6694A812-3915-487A-854D-A993B5F28AA5}" type="presParOf" srcId="{097ABB57-0EEB-4B35-A077-872E46AA0B18}" destId="{8E4A4079-C809-4E1D-BDE2-B8BB0C61092B}" srcOrd="5" destOrd="0" presId="urn:microsoft.com/office/officeart/2018/2/layout/IconVerticalSolidList"/>
    <dgm:cxn modelId="{351F5B21-0C97-45DD-8037-FBE79AAC7967}" type="presParOf" srcId="{097ABB57-0EEB-4B35-A077-872E46AA0B18}" destId="{295B8620-1926-49A4-ADC1-7B63548877F5}" srcOrd="6" destOrd="0" presId="urn:microsoft.com/office/officeart/2018/2/layout/IconVerticalSolidList"/>
    <dgm:cxn modelId="{A03EA0F5-8E45-41F5-BFC1-D20FB189978C}" type="presParOf" srcId="{295B8620-1926-49A4-ADC1-7B63548877F5}" destId="{A637A871-2684-4EC8-AA99-B324613C8F7A}" srcOrd="0" destOrd="0" presId="urn:microsoft.com/office/officeart/2018/2/layout/IconVerticalSolidList"/>
    <dgm:cxn modelId="{07575F6F-409B-4E85-9F5E-8032EBB721CC}" type="presParOf" srcId="{295B8620-1926-49A4-ADC1-7B63548877F5}" destId="{1F0BD9CF-C642-4898-9018-ECEBA1A5D0A9}" srcOrd="1" destOrd="0" presId="urn:microsoft.com/office/officeart/2018/2/layout/IconVerticalSolidList"/>
    <dgm:cxn modelId="{FD32AE2B-77C7-4D03-8566-EFD952BDBC5F}" type="presParOf" srcId="{295B8620-1926-49A4-ADC1-7B63548877F5}" destId="{77AC9CFA-A096-451E-8AC6-3DA2B8ACA9F9}" srcOrd="2" destOrd="0" presId="urn:microsoft.com/office/officeart/2018/2/layout/IconVerticalSolidList"/>
    <dgm:cxn modelId="{B6E776AE-748F-419D-8306-0EF345260C50}" type="presParOf" srcId="{295B8620-1926-49A4-ADC1-7B63548877F5}" destId="{C406F443-A4F9-4C26-8EE5-F23C26988519}" srcOrd="3" destOrd="0" presId="urn:microsoft.com/office/officeart/2018/2/layout/IconVerticalSolidList"/>
    <dgm:cxn modelId="{A9D5917B-3E67-40AF-9DA3-E52D8D311681}" type="presParOf" srcId="{097ABB57-0EEB-4B35-A077-872E46AA0B18}" destId="{3F7BAF94-31D2-4C9D-A124-8DDCB28B978E}" srcOrd="7" destOrd="0" presId="urn:microsoft.com/office/officeart/2018/2/layout/IconVerticalSolidList"/>
    <dgm:cxn modelId="{3B7A5D2C-D74E-4603-AB61-8BAEC7CB955A}" type="presParOf" srcId="{097ABB57-0EEB-4B35-A077-872E46AA0B18}" destId="{76831EC0-E5CC-4438-9C4C-17869C5DBC19}" srcOrd="8" destOrd="0" presId="urn:microsoft.com/office/officeart/2018/2/layout/IconVerticalSolidList"/>
    <dgm:cxn modelId="{3B1C110C-11AC-4A2D-B9FA-8C4C7CFA072E}" type="presParOf" srcId="{76831EC0-E5CC-4438-9C4C-17869C5DBC19}" destId="{BD7B9702-39ED-4234-8D06-44ACC398176E}" srcOrd="0" destOrd="0" presId="urn:microsoft.com/office/officeart/2018/2/layout/IconVerticalSolidList"/>
    <dgm:cxn modelId="{3DB72ED4-7C8F-4C6C-A660-083E9F9AF891}" type="presParOf" srcId="{76831EC0-E5CC-4438-9C4C-17869C5DBC19}" destId="{32F84373-BEFC-44B7-B047-B7790BAE94AF}" srcOrd="1" destOrd="0" presId="urn:microsoft.com/office/officeart/2018/2/layout/IconVerticalSolidList"/>
    <dgm:cxn modelId="{A57E2E6F-1E25-49BB-B6BE-1E5D56FF8F92}" type="presParOf" srcId="{76831EC0-E5CC-4438-9C4C-17869C5DBC19}" destId="{AF6956E6-42A5-419F-AD25-E8EF10656936}" srcOrd="2" destOrd="0" presId="urn:microsoft.com/office/officeart/2018/2/layout/IconVerticalSolidList"/>
    <dgm:cxn modelId="{0BD3E96F-86D1-41C6-A2B2-630453F8528B}" type="presParOf" srcId="{76831EC0-E5CC-4438-9C4C-17869C5DBC19}" destId="{1C4E25A9-3633-4C7E-9316-DBF8C3E647D3}" srcOrd="3" destOrd="0" presId="urn:microsoft.com/office/officeart/2018/2/layout/IconVerticalSolidList"/>
    <dgm:cxn modelId="{08370C36-BE98-4E70-8D00-BF848DDF2919}" type="presParOf" srcId="{097ABB57-0EEB-4B35-A077-872E46AA0B18}" destId="{133B901B-0284-4EA2-AA0D-989434ABEA1A}" srcOrd="9" destOrd="0" presId="urn:microsoft.com/office/officeart/2018/2/layout/IconVerticalSolidList"/>
    <dgm:cxn modelId="{2E8A4B98-AC11-415D-AD61-EF44F4128A1F}" type="presParOf" srcId="{097ABB57-0EEB-4B35-A077-872E46AA0B18}" destId="{F865C8E2-BECF-4723-8B7A-14A8D5FF8392}" srcOrd="10" destOrd="0" presId="urn:microsoft.com/office/officeart/2018/2/layout/IconVerticalSolidList"/>
    <dgm:cxn modelId="{EA4C1E6B-89F9-405E-9F21-78F100B7F3DC}" type="presParOf" srcId="{F865C8E2-BECF-4723-8B7A-14A8D5FF8392}" destId="{68F4B9A5-2B8F-4C64-93DA-977A635FCEA8}" srcOrd="0" destOrd="0" presId="urn:microsoft.com/office/officeart/2018/2/layout/IconVerticalSolidList"/>
    <dgm:cxn modelId="{ACB7611D-9758-47FE-AEF5-C3C7C24A6177}" type="presParOf" srcId="{F865C8E2-BECF-4723-8B7A-14A8D5FF8392}" destId="{C7566D33-3509-431A-9DC6-0092B1ACD5B7}" srcOrd="1" destOrd="0" presId="urn:microsoft.com/office/officeart/2018/2/layout/IconVerticalSolidList"/>
    <dgm:cxn modelId="{703AF689-34E2-4EDC-B845-BFE70D6AAEC2}" type="presParOf" srcId="{F865C8E2-BECF-4723-8B7A-14A8D5FF8392}" destId="{B681CCB8-8F7F-4F57-BACE-25807B81649A}" srcOrd="2" destOrd="0" presId="urn:microsoft.com/office/officeart/2018/2/layout/IconVerticalSolidList"/>
    <dgm:cxn modelId="{F7C01481-539B-4131-AE83-CE7BA9243B2F}" type="presParOf" srcId="{F865C8E2-BECF-4723-8B7A-14A8D5FF8392}" destId="{9B93CD50-3DBC-44E9-93F2-FC99777C7F7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A1FBA-70F2-4FB4-8D29-9B6CC79FABB4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24336-8A78-4512-9BFE-C38330CC9169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Название: Государственная информационная система «Память народа»</a:t>
          </a:r>
          <a:endParaRPr lang="en-US" sz="2500" kern="1200"/>
        </a:p>
      </dsp:txBody>
      <dsp:txXfrm>
        <a:off x="0" y="531"/>
        <a:ext cx="10515600" cy="870055"/>
      </dsp:txXfrm>
    </dsp:sp>
    <dsp:sp modelId="{7079A10B-35C4-4170-ACFD-15425A65B1C9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E88C2E-9458-4350-990B-079487A4F84D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Год создания: 2015</a:t>
          </a:r>
          <a:endParaRPr lang="en-US" sz="2500" kern="1200"/>
        </a:p>
      </dsp:txBody>
      <dsp:txXfrm>
        <a:off x="0" y="870586"/>
        <a:ext cx="10515600" cy="870055"/>
      </dsp:txXfrm>
    </dsp:sp>
    <dsp:sp modelId="{4F910604-55E9-4618-867C-1F1B0CF60345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D96B4-E191-46CD-A6F7-3B4A008BEB80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Страна: Россия</a:t>
          </a:r>
          <a:endParaRPr lang="en-US" sz="2500" kern="1200"/>
        </a:p>
      </dsp:txBody>
      <dsp:txXfrm>
        <a:off x="0" y="1740641"/>
        <a:ext cx="10515600" cy="870055"/>
      </dsp:txXfrm>
    </dsp:sp>
    <dsp:sp modelId="{C4C40616-2613-4100-BF09-B54F0496FB0B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EC38B-6BC2-431A-93BA-261D1A056C9D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URL: </a:t>
          </a:r>
          <a:r>
            <a:rPr lang="ru-RU" sz="2500" kern="1200">
              <a:hlinkClick xmlns:r="http://schemas.openxmlformats.org/officeDocument/2006/relationships" r:id="rId1"/>
            </a:rPr>
            <a:t>pamyat-naroda.ru </a:t>
          </a:r>
          <a:endParaRPr lang="en-US" sz="2500" kern="1200"/>
        </a:p>
      </dsp:txBody>
      <dsp:txXfrm>
        <a:off x="0" y="2610696"/>
        <a:ext cx="10515600" cy="870055"/>
      </dsp:txXfrm>
    </dsp:sp>
    <dsp:sp modelId="{BBD7A8DC-74A5-407B-A5E4-0CCE566609C3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2FD83-F0EC-48D0-AB2D-4BA1D5B143A5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Владелец: Минобороны РФ и </a:t>
          </a:r>
          <a:r>
            <a:rPr lang="ru-RU" sz="2500" b="0" i="0" kern="1200"/>
            <a:t>Корпорация ЭЛАР</a:t>
          </a:r>
          <a:endParaRPr lang="en-US" sz="2500" kern="1200"/>
        </a:p>
      </dsp:txBody>
      <dsp:txXfrm>
        <a:off x="0" y="3480751"/>
        <a:ext cx="10515600" cy="8700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A5228-73FE-4886-A445-1D1E9551CEDE}">
      <dsp:nvSpPr>
        <dsp:cNvPr id="0" name=""/>
        <dsp:cNvSpPr/>
      </dsp:nvSpPr>
      <dsp:spPr>
        <a:xfrm>
          <a:off x="0" y="404"/>
          <a:ext cx="1039470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F3E372-E90C-419F-99E9-3C2E424D35D1}">
      <dsp:nvSpPr>
        <dsp:cNvPr id="0" name=""/>
        <dsp:cNvSpPr/>
      </dsp:nvSpPr>
      <dsp:spPr>
        <a:xfrm>
          <a:off x="0" y="404"/>
          <a:ext cx="10394707" cy="66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123 млн+ страниц архивных документов</a:t>
          </a:r>
          <a:endParaRPr lang="en-US" sz="3000" kern="1200" dirty="0"/>
        </a:p>
      </dsp:txBody>
      <dsp:txXfrm>
        <a:off x="0" y="404"/>
        <a:ext cx="10394707" cy="662076"/>
      </dsp:txXfrm>
    </dsp:sp>
    <dsp:sp modelId="{43FA286B-DA5B-49F8-9FE5-731FE974D2B3}">
      <dsp:nvSpPr>
        <dsp:cNvPr id="0" name=""/>
        <dsp:cNvSpPr/>
      </dsp:nvSpPr>
      <dsp:spPr>
        <a:xfrm>
          <a:off x="0" y="662480"/>
          <a:ext cx="1039470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F630217-F4CF-482B-872A-69728B03EB6E}">
      <dsp:nvSpPr>
        <dsp:cNvPr id="0" name=""/>
        <dsp:cNvSpPr/>
      </dsp:nvSpPr>
      <dsp:spPr>
        <a:xfrm>
          <a:off x="0" y="662480"/>
          <a:ext cx="10394707" cy="66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33 млн+ персональных записей об участниках войны</a:t>
          </a:r>
          <a:endParaRPr lang="en-US" sz="3000" kern="1200"/>
        </a:p>
      </dsp:txBody>
      <dsp:txXfrm>
        <a:off x="0" y="662480"/>
        <a:ext cx="10394707" cy="662076"/>
      </dsp:txXfrm>
    </dsp:sp>
    <dsp:sp modelId="{620AA06D-0724-44B0-8BA6-E6E8F2B2BC71}">
      <dsp:nvSpPr>
        <dsp:cNvPr id="0" name=""/>
        <dsp:cNvSpPr/>
      </dsp:nvSpPr>
      <dsp:spPr>
        <a:xfrm>
          <a:off x="0" y="1324556"/>
          <a:ext cx="1039470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1E8D6CD-FCCF-44B5-BACD-FD7391A81056}">
      <dsp:nvSpPr>
        <dsp:cNvPr id="0" name=""/>
        <dsp:cNvSpPr/>
      </dsp:nvSpPr>
      <dsp:spPr>
        <a:xfrm>
          <a:off x="0" y="1324556"/>
          <a:ext cx="10394707" cy="66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79 тыс. воинских захоронений</a:t>
          </a:r>
          <a:endParaRPr lang="en-US" sz="3000" kern="1200"/>
        </a:p>
      </dsp:txBody>
      <dsp:txXfrm>
        <a:off x="0" y="1324556"/>
        <a:ext cx="10394707" cy="662076"/>
      </dsp:txXfrm>
    </dsp:sp>
    <dsp:sp modelId="{667E34A5-0D23-4762-867E-8F03E2273F67}">
      <dsp:nvSpPr>
        <dsp:cNvPr id="0" name=""/>
        <dsp:cNvSpPr/>
      </dsp:nvSpPr>
      <dsp:spPr>
        <a:xfrm>
          <a:off x="0" y="1986632"/>
          <a:ext cx="1039470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D7EE96E-93D6-4EFE-BF5C-2257829E8C82}">
      <dsp:nvSpPr>
        <dsp:cNvPr id="0" name=""/>
        <dsp:cNvSpPr/>
      </dsp:nvSpPr>
      <dsp:spPr>
        <a:xfrm>
          <a:off x="0" y="1986632"/>
          <a:ext cx="10394707" cy="66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41 млн записей о награждениях</a:t>
          </a:r>
          <a:endParaRPr lang="en-US" sz="3000" kern="1200"/>
        </a:p>
      </dsp:txBody>
      <dsp:txXfrm>
        <a:off x="0" y="1986632"/>
        <a:ext cx="10394707" cy="662076"/>
      </dsp:txXfrm>
    </dsp:sp>
    <dsp:sp modelId="{718FAABA-CBC5-47B7-BFED-354EED62995A}">
      <dsp:nvSpPr>
        <dsp:cNvPr id="0" name=""/>
        <dsp:cNvSpPr/>
      </dsp:nvSpPr>
      <dsp:spPr>
        <a:xfrm>
          <a:off x="0" y="2648708"/>
          <a:ext cx="1039470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17918B-2197-4B01-B25A-1D723E2E7D5C}">
      <dsp:nvSpPr>
        <dsp:cNvPr id="0" name=""/>
        <dsp:cNvSpPr/>
      </dsp:nvSpPr>
      <dsp:spPr>
        <a:xfrm>
          <a:off x="0" y="2648708"/>
          <a:ext cx="10394707" cy="66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20 млн посетителей в год из 200+ стран</a:t>
          </a:r>
          <a:endParaRPr lang="en-US" sz="3000" kern="1200"/>
        </a:p>
      </dsp:txBody>
      <dsp:txXfrm>
        <a:off x="0" y="2648708"/>
        <a:ext cx="10394707" cy="6620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A73173-7FC7-48A7-BE27-F3FC57645CDC}">
      <dsp:nvSpPr>
        <dsp:cNvPr id="0" name=""/>
        <dsp:cNvSpPr/>
      </dsp:nvSpPr>
      <dsp:spPr>
        <a:xfrm>
          <a:off x="3045" y="850625"/>
          <a:ext cx="2174412" cy="138075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1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0F93719-5398-4E0C-A59E-13E83A203ABD}">
      <dsp:nvSpPr>
        <dsp:cNvPr id="0" name=""/>
        <dsp:cNvSpPr/>
      </dsp:nvSpPr>
      <dsp:spPr>
        <a:xfrm>
          <a:off x="244646" y="1080147"/>
          <a:ext cx="2174412" cy="13807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baseline="0"/>
            <a:t>Восстановление судеб погибших и пропавших без вести</a:t>
          </a:r>
          <a:endParaRPr lang="en-US" sz="1900" kern="1200"/>
        </a:p>
      </dsp:txBody>
      <dsp:txXfrm>
        <a:off x="285087" y="1120588"/>
        <a:ext cx="2093530" cy="1299869"/>
      </dsp:txXfrm>
    </dsp:sp>
    <dsp:sp modelId="{921589AA-A548-4CB0-A996-8796D077867F}">
      <dsp:nvSpPr>
        <dsp:cNvPr id="0" name=""/>
        <dsp:cNvSpPr/>
      </dsp:nvSpPr>
      <dsp:spPr>
        <a:xfrm>
          <a:off x="2660660" y="850625"/>
          <a:ext cx="2174412" cy="138075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1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6F3790-43FA-42DF-8B46-7C7D80125DA0}">
      <dsp:nvSpPr>
        <dsp:cNvPr id="0" name=""/>
        <dsp:cNvSpPr/>
      </dsp:nvSpPr>
      <dsp:spPr>
        <a:xfrm>
          <a:off x="2902261" y="1080147"/>
          <a:ext cx="2174412" cy="13807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baseline="0"/>
            <a:t>Сохранение исторической правды</a:t>
          </a:r>
          <a:endParaRPr lang="en-US" sz="1900" kern="1200"/>
        </a:p>
      </dsp:txBody>
      <dsp:txXfrm>
        <a:off x="2942702" y="1120588"/>
        <a:ext cx="2093530" cy="1299869"/>
      </dsp:txXfrm>
    </dsp:sp>
    <dsp:sp modelId="{2D09E56B-BCBF-4026-9439-554FC235AA39}">
      <dsp:nvSpPr>
        <dsp:cNvPr id="0" name=""/>
        <dsp:cNvSpPr/>
      </dsp:nvSpPr>
      <dsp:spPr>
        <a:xfrm>
          <a:off x="5318275" y="850625"/>
          <a:ext cx="2174412" cy="138075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1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27BC10-A2CA-4108-8980-649F14865502}">
      <dsp:nvSpPr>
        <dsp:cNvPr id="0" name=""/>
        <dsp:cNvSpPr/>
      </dsp:nvSpPr>
      <dsp:spPr>
        <a:xfrm>
          <a:off x="5559877" y="1080147"/>
          <a:ext cx="2174412" cy="13807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baseline="0"/>
            <a:t>Противодействие фальсификации истории</a:t>
          </a:r>
          <a:endParaRPr lang="en-US" sz="1900" kern="1200"/>
        </a:p>
      </dsp:txBody>
      <dsp:txXfrm>
        <a:off x="5600318" y="1120588"/>
        <a:ext cx="2093530" cy="1299869"/>
      </dsp:txXfrm>
    </dsp:sp>
    <dsp:sp modelId="{C368B423-080C-4F3F-A1CE-6BB22738766D}">
      <dsp:nvSpPr>
        <dsp:cNvPr id="0" name=""/>
        <dsp:cNvSpPr/>
      </dsp:nvSpPr>
      <dsp:spPr>
        <a:xfrm>
          <a:off x="7975890" y="850625"/>
          <a:ext cx="2174412" cy="138075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1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D4F99B-91E6-4D0B-B1E6-115FE7E3B8B9}">
      <dsp:nvSpPr>
        <dsp:cNvPr id="0" name=""/>
        <dsp:cNvSpPr/>
      </dsp:nvSpPr>
      <dsp:spPr>
        <a:xfrm>
          <a:off x="8217492" y="1080147"/>
          <a:ext cx="2174412" cy="13807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baseline="0"/>
            <a:t>Формирование семейных архивов</a:t>
          </a:r>
          <a:endParaRPr lang="en-US" sz="1900" kern="1200"/>
        </a:p>
      </dsp:txBody>
      <dsp:txXfrm>
        <a:off x="8257933" y="1120588"/>
        <a:ext cx="2093530" cy="12998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B04CA-E2DA-4170-88E2-FDC0A7687294}">
      <dsp:nvSpPr>
        <dsp:cNvPr id="0" name=""/>
        <dsp:cNvSpPr/>
      </dsp:nvSpPr>
      <dsp:spPr>
        <a:xfrm>
          <a:off x="1124739" y="1095"/>
          <a:ext cx="2545383" cy="1527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baseline="0"/>
            <a:t>Участники войны</a:t>
          </a:r>
          <a:endParaRPr lang="en-US" sz="2700" kern="1200"/>
        </a:p>
      </dsp:txBody>
      <dsp:txXfrm>
        <a:off x="1124739" y="1095"/>
        <a:ext cx="2545383" cy="1527230"/>
      </dsp:txXfrm>
    </dsp:sp>
    <dsp:sp modelId="{20648BBB-3499-4CC3-B721-B33120977FD7}">
      <dsp:nvSpPr>
        <dsp:cNvPr id="0" name=""/>
        <dsp:cNvSpPr/>
      </dsp:nvSpPr>
      <dsp:spPr>
        <a:xfrm>
          <a:off x="3924661" y="1095"/>
          <a:ext cx="2545383" cy="1527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baseline="0"/>
            <a:t>Боевые операции</a:t>
          </a:r>
          <a:endParaRPr lang="en-US" sz="2700" kern="1200"/>
        </a:p>
      </dsp:txBody>
      <dsp:txXfrm>
        <a:off x="3924661" y="1095"/>
        <a:ext cx="2545383" cy="1527230"/>
      </dsp:txXfrm>
    </dsp:sp>
    <dsp:sp modelId="{4A08AECB-7D52-4637-A79D-8A151AE7C3C3}">
      <dsp:nvSpPr>
        <dsp:cNvPr id="0" name=""/>
        <dsp:cNvSpPr/>
      </dsp:nvSpPr>
      <dsp:spPr>
        <a:xfrm>
          <a:off x="6724583" y="1095"/>
          <a:ext cx="2545383" cy="1527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baseline="0"/>
            <a:t>Воинские части</a:t>
          </a:r>
          <a:endParaRPr lang="en-US" sz="2700" kern="1200"/>
        </a:p>
      </dsp:txBody>
      <dsp:txXfrm>
        <a:off x="6724583" y="1095"/>
        <a:ext cx="2545383" cy="1527230"/>
      </dsp:txXfrm>
    </dsp:sp>
    <dsp:sp modelId="{483C4BD3-6392-493C-B295-0BF1D68B3050}">
      <dsp:nvSpPr>
        <dsp:cNvPr id="0" name=""/>
        <dsp:cNvSpPr/>
      </dsp:nvSpPr>
      <dsp:spPr>
        <a:xfrm>
          <a:off x="1124739" y="1782863"/>
          <a:ext cx="2545383" cy="1527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baseline="0"/>
            <a:t>Документы частей</a:t>
          </a:r>
          <a:endParaRPr lang="en-US" sz="2700" kern="1200"/>
        </a:p>
      </dsp:txBody>
      <dsp:txXfrm>
        <a:off x="1124739" y="1782863"/>
        <a:ext cx="2545383" cy="1527230"/>
      </dsp:txXfrm>
    </dsp:sp>
    <dsp:sp modelId="{9C4BEB5E-4514-494D-8BE9-F5C72D5A72A8}">
      <dsp:nvSpPr>
        <dsp:cNvPr id="0" name=""/>
        <dsp:cNvSpPr/>
      </dsp:nvSpPr>
      <dsp:spPr>
        <a:xfrm>
          <a:off x="3924661" y="1782863"/>
          <a:ext cx="2545383" cy="1527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baseline="0" dirty="0"/>
            <a:t>Воинские захоронения</a:t>
          </a:r>
          <a:endParaRPr lang="en-US" sz="2700" kern="1200" dirty="0"/>
        </a:p>
      </dsp:txBody>
      <dsp:txXfrm>
        <a:off x="3924661" y="1782863"/>
        <a:ext cx="2545383" cy="1527230"/>
      </dsp:txXfrm>
    </dsp:sp>
    <dsp:sp modelId="{4FA5B9C0-6B5A-443E-9A75-2BA3C3CBFD64}">
      <dsp:nvSpPr>
        <dsp:cNvPr id="0" name=""/>
        <dsp:cNvSpPr/>
      </dsp:nvSpPr>
      <dsp:spPr>
        <a:xfrm>
          <a:off x="6724583" y="1782863"/>
          <a:ext cx="2545383" cy="1527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baseline="0"/>
            <a:t>Истории пользователей</a:t>
          </a:r>
          <a:endParaRPr lang="en-US" sz="2700" kern="1200"/>
        </a:p>
      </dsp:txBody>
      <dsp:txXfrm>
        <a:off x="6724583" y="1782863"/>
        <a:ext cx="2545383" cy="15272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996EB-0A04-4C2D-8DEA-A9CF1D98C40C}">
      <dsp:nvSpPr>
        <dsp:cNvPr id="0" name=""/>
        <dsp:cNvSpPr/>
      </dsp:nvSpPr>
      <dsp:spPr>
        <a:xfrm>
          <a:off x="0" y="537"/>
          <a:ext cx="65260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4F263-C385-4258-9403-5D6D1BD404A1}">
      <dsp:nvSpPr>
        <dsp:cNvPr id="0" name=""/>
        <dsp:cNvSpPr/>
      </dsp:nvSpPr>
      <dsp:spPr>
        <a:xfrm>
          <a:off x="0" y="537"/>
          <a:ext cx="6526045" cy="880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Потомки ветеранов (семейный поиск)</a:t>
          </a:r>
          <a:endParaRPr lang="en-US" sz="2900" kern="1200"/>
        </a:p>
      </dsp:txBody>
      <dsp:txXfrm>
        <a:off x="0" y="537"/>
        <a:ext cx="6526045" cy="880936"/>
      </dsp:txXfrm>
    </dsp:sp>
    <dsp:sp modelId="{83234A7B-AEC2-4744-BB3A-5B267650339D}">
      <dsp:nvSpPr>
        <dsp:cNvPr id="0" name=""/>
        <dsp:cNvSpPr/>
      </dsp:nvSpPr>
      <dsp:spPr>
        <a:xfrm>
          <a:off x="0" y="881473"/>
          <a:ext cx="65260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B1EEDD-8AA9-4987-87F7-3CC75176D4FD}">
      <dsp:nvSpPr>
        <dsp:cNvPr id="0" name=""/>
        <dsp:cNvSpPr/>
      </dsp:nvSpPr>
      <dsp:spPr>
        <a:xfrm>
          <a:off x="0" y="881473"/>
          <a:ext cx="6526045" cy="880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Поисковые отряды</a:t>
          </a:r>
          <a:endParaRPr lang="en-US" sz="2900" kern="1200"/>
        </a:p>
      </dsp:txBody>
      <dsp:txXfrm>
        <a:off x="0" y="881473"/>
        <a:ext cx="6526045" cy="880936"/>
      </dsp:txXfrm>
    </dsp:sp>
    <dsp:sp modelId="{E6951691-6F43-4DC2-9F4C-95F31838FFF3}">
      <dsp:nvSpPr>
        <dsp:cNvPr id="0" name=""/>
        <dsp:cNvSpPr/>
      </dsp:nvSpPr>
      <dsp:spPr>
        <a:xfrm>
          <a:off x="0" y="1762409"/>
          <a:ext cx="65260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C6B74-9EF4-4F62-975A-F8F559603A67}">
      <dsp:nvSpPr>
        <dsp:cNvPr id="0" name=""/>
        <dsp:cNvSpPr/>
      </dsp:nvSpPr>
      <dsp:spPr>
        <a:xfrm>
          <a:off x="0" y="1762409"/>
          <a:ext cx="6526045" cy="880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Историки и исследователи</a:t>
          </a:r>
          <a:endParaRPr lang="en-US" sz="2900" kern="1200"/>
        </a:p>
      </dsp:txBody>
      <dsp:txXfrm>
        <a:off x="0" y="1762409"/>
        <a:ext cx="6526045" cy="880936"/>
      </dsp:txXfrm>
    </dsp:sp>
    <dsp:sp modelId="{7C7F1E3B-5DD0-44F4-87F9-6659F5BF8C1D}">
      <dsp:nvSpPr>
        <dsp:cNvPr id="0" name=""/>
        <dsp:cNvSpPr/>
      </dsp:nvSpPr>
      <dsp:spPr>
        <a:xfrm>
          <a:off x="0" y="2643346"/>
          <a:ext cx="65260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2FC10-192D-436F-B9CE-8022E1CF2014}">
      <dsp:nvSpPr>
        <dsp:cNvPr id="0" name=""/>
        <dsp:cNvSpPr/>
      </dsp:nvSpPr>
      <dsp:spPr>
        <a:xfrm>
          <a:off x="0" y="2643346"/>
          <a:ext cx="6526045" cy="880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Школьники и студенты</a:t>
          </a:r>
          <a:endParaRPr lang="en-US" sz="2900" kern="1200"/>
        </a:p>
      </dsp:txBody>
      <dsp:txXfrm>
        <a:off x="0" y="2643346"/>
        <a:ext cx="6526045" cy="880936"/>
      </dsp:txXfrm>
    </dsp:sp>
    <dsp:sp modelId="{E403B865-0E88-407C-9729-A8216622AEAC}">
      <dsp:nvSpPr>
        <dsp:cNvPr id="0" name=""/>
        <dsp:cNvSpPr/>
      </dsp:nvSpPr>
      <dsp:spPr>
        <a:xfrm>
          <a:off x="0" y="3524282"/>
          <a:ext cx="65260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A039D4-DCA3-4E2D-AC3E-329E6A65B6AD}">
      <dsp:nvSpPr>
        <dsp:cNvPr id="0" name=""/>
        <dsp:cNvSpPr/>
      </dsp:nvSpPr>
      <dsp:spPr>
        <a:xfrm>
          <a:off x="0" y="3524282"/>
          <a:ext cx="6526045" cy="880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Военно-патриотические клубы</a:t>
          </a:r>
          <a:endParaRPr lang="en-US" sz="2900" kern="1200"/>
        </a:p>
      </dsp:txBody>
      <dsp:txXfrm>
        <a:off x="0" y="3524282"/>
        <a:ext cx="6526045" cy="8809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814414-E067-403B-AC37-1B5D0804F1FA}">
      <dsp:nvSpPr>
        <dsp:cNvPr id="0" name=""/>
        <dsp:cNvSpPr/>
      </dsp:nvSpPr>
      <dsp:spPr>
        <a:xfrm>
          <a:off x="0" y="1264"/>
          <a:ext cx="10793412" cy="538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9DAF25-8C72-40D8-A0AB-74EAD090B7A7}">
      <dsp:nvSpPr>
        <dsp:cNvPr id="0" name=""/>
        <dsp:cNvSpPr/>
      </dsp:nvSpPr>
      <dsp:spPr>
        <a:xfrm>
          <a:off x="162970" y="122481"/>
          <a:ext cx="296309" cy="2963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988E6-B194-450A-B41F-18497D3C3CD6}">
      <dsp:nvSpPr>
        <dsp:cNvPr id="0" name=""/>
        <dsp:cNvSpPr/>
      </dsp:nvSpPr>
      <dsp:spPr>
        <a:xfrm>
          <a:off x="622249" y="1264"/>
          <a:ext cx="10171163" cy="538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17" tIns="57017" rIns="57017" bIns="570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Строгий, официальный дизайн</a:t>
          </a:r>
          <a:endParaRPr lang="en-US" sz="1900" kern="1200"/>
        </a:p>
      </dsp:txBody>
      <dsp:txXfrm>
        <a:off x="622249" y="1264"/>
        <a:ext cx="10171163" cy="538744"/>
      </dsp:txXfrm>
    </dsp:sp>
    <dsp:sp modelId="{60495E0A-48A1-475A-AB07-3F8774523C72}">
      <dsp:nvSpPr>
        <dsp:cNvPr id="0" name=""/>
        <dsp:cNvSpPr/>
      </dsp:nvSpPr>
      <dsp:spPr>
        <a:xfrm>
          <a:off x="0" y="674694"/>
          <a:ext cx="10793412" cy="538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2BCBB7-8D5B-47DB-B8BD-521B73B472F6}">
      <dsp:nvSpPr>
        <dsp:cNvPr id="0" name=""/>
        <dsp:cNvSpPr/>
      </dsp:nvSpPr>
      <dsp:spPr>
        <a:xfrm>
          <a:off x="162970" y="795912"/>
          <a:ext cx="296309" cy="2963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BC658-14E0-45DB-8CBD-90EEF380CE89}">
      <dsp:nvSpPr>
        <dsp:cNvPr id="0" name=""/>
        <dsp:cNvSpPr/>
      </dsp:nvSpPr>
      <dsp:spPr>
        <a:xfrm>
          <a:off x="622249" y="674694"/>
          <a:ext cx="10171163" cy="538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17" tIns="57017" rIns="57017" bIns="570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Интуитивный поиск по фамилии</a:t>
          </a:r>
          <a:endParaRPr lang="en-US" sz="1900" kern="1200"/>
        </a:p>
      </dsp:txBody>
      <dsp:txXfrm>
        <a:off x="622249" y="674694"/>
        <a:ext cx="10171163" cy="538744"/>
      </dsp:txXfrm>
    </dsp:sp>
    <dsp:sp modelId="{71B7324F-6879-4CBB-A2D5-06C3102BBD33}">
      <dsp:nvSpPr>
        <dsp:cNvPr id="0" name=""/>
        <dsp:cNvSpPr/>
      </dsp:nvSpPr>
      <dsp:spPr>
        <a:xfrm>
          <a:off x="0" y="1348125"/>
          <a:ext cx="10793412" cy="538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2C46D-11A0-4780-9193-5C94485C9CE8}">
      <dsp:nvSpPr>
        <dsp:cNvPr id="0" name=""/>
        <dsp:cNvSpPr/>
      </dsp:nvSpPr>
      <dsp:spPr>
        <a:xfrm>
          <a:off x="162970" y="1469342"/>
          <a:ext cx="296309" cy="2963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1FD51-D495-4343-BB06-EC4BE3FEE407}">
      <dsp:nvSpPr>
        <dsp:cNvPr id="0" name=""/>
        <dsp:cNvSpPr/>
      </dsp:nvSpPr>
      <dsp:spPr>
        <a:xfrm>
          <a:off x="622249" y="1348125"/>
          <a:ext cx="10171163" cy="538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17" tIns="57017" rIns="57017" bIns="570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Интерактивные карты боевых действий</a:t>
          </a:r>
          <a:endParaRPr lang="en-US" sz="1900" kern="1200"/>
        </a:p>
      </dsp:txBody>
      <dsp:txXfrm>
        <a:off x="622249" y="1348125"/>
        <a:ext cx="10171163" cy="538744"/>
      </dsp:txXfrm>
    </dsp:sp>
    <dsp:sp modelId="{A637A871-2684-4EC8-AA99-B324613C8F7A}">
      <dsp:nvSpPr>
        <dsp:cNvPr id="0" name=""/>
        <dsp:cNvSpPr/>
      </dsp:nvSpPr>
      <dsp:spPr>
        <a:xfrm>
          <a:off x="0" y="2021555"/>
          <a:ext cx="10793412" cy="538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0BD9CF-C642-4898-9018-ECEBA1A5D0A9}">
      <dsp:nvSpPr>
        <dsp:cNvPr id="0" name=""/>
        <dsp:cNvSpPr/>
      </dsp:nvSpPr>
      <dsp:spPr>
        <a:xfrm>
          <a:off x="162970" y="2142773"/>
          <a:ext cx="296309" cy="2963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6F443-A4F9-4C26-8EE5-F23C26988519}">
      <dsp:nvSpPr>
        <dsp:cNvPr id="0" name=""/>
        <dsp:cNvSpPr/>
      </dsp:nvSpPr>
      <dsp:spPr>
        <a:xfrm>
          <a:off x="622249" y="2021555"/>
          <a:ext cx="10171163" cy="538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17" tIns="57017" rIns="57017" bIns="570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Возможность создать «Личный архив»</a:t>
          </a:r>
          <a:endParaRPr lang="en-US" sz="1900" kern="1200"/>
        </a:p>
      </dsp:txBody>
      <dsp:txXfrm>
        <a:off x="622249" y="2021555"/>
        <a:ext cx="10171163" cy="538744"/>
      </dsp:txXfrm>
    </dsp:sp>
    <dsp:sp modelId="{BD7B9702-39ED-4234-8D06-44ACC398176E}">
      <dsp:nvSpPr>
        <dsp:cNvPr id="0" name=""/>
        <dsp:cNvSpPr/>
      </dsp:nvSpPr>
      <dsp:spPr>
        <a:xfrm>
          <a:off x="0" y="2694985"/>
          <a:ext cx="10793412" cy="538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F84373-BEFC-44B7-B047-B7790BAE94AF}">
      <dsp:nvSpPr>
        <dsp:cNvPr id="0" name=""/>
        <dsp:cNvSpPr/>
      </dsp:nvSpPr>
      <dsp:spPr>
        <a:xfrm>
          <a:off x="162970" y="2816203"/>
          <a:ext cx="296309" cy="2963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E25A9-3633-4C7E-9316-DBF8C3E647D3}">
      <dsp:nvSpPr>
        <dsp:cNvPr id="0" name=""/>
        <dsp:cNvSpPr/>
      </dsp:nvSpPr>
      <dsp:spPr>
        <a:xfrm>
          <a:off x="622249" y="2694985"/>
          <a:ext cx="10171163" cy="538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17" tIns="57017" rIns="57017" bIns="570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Реклама: ОТСУТСТВУЕТ</a:t>
          </a:r>
          <a:endParaRPr lang="en-US" sz="1900" kern="1200"/>
        </a:p>
      </dsp:txBody>
      <dsp:txXfrm>
        <a:off x="622249" y="2694985"/>
        <a:ext cx="10171163" cy="538744"/>
      </dsp:txXfrm>
    </dsp:sp>
    <dsp:sp modelId="{68F4B9A5-2B8F-4C64-93DA-977A635FCEA8}">
      <dsp:nvSpPr>
        <dsp:cNvPr id="0" name=""/>
        <dsp:cNvSpPr/>
      </dsp:nvSpPr>
      <dsp:spPr>
        <a:xfrm>
          <a:off x="0" y="3368416"/>
          <a:ext cx="10793412" cy="538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566D33-3509-431A-9DC6-0092B1ACD5B7}">
      <dsp:nvSpPr>
        <dsp:cNvPr id="0" name=""/>
        <dsp:cNvSpPr/>
      </dsp:nvSpPr>
      <dsp:spPr>
        <a:xfrm>
          <a:off x="162970" y="3489633"/>
          <a:ext cx="296309" cy="29630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93CD50-3DBC-44E9-93F2-FC99777C7F76}">
      <dsp:nvSpPr>
        <dsp:cNvPr id="0" name=""/>
        <dsp:cNvSpPr/>
      </dsp:nvSpPr>
      <dsp:spPr>
        <a:xfrm>
          <a:off x="622249" y="3368416"/>
          <a:ext cx="10171163" cy="538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17" tIns="57017" rIns="57017" bIns="570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Языки: русский, английский</a:t>
          </a:r>
          <a:endParaRPr lang="en-US" sz="1900" kern="1200"/>
        </a:p>
      </dsp:txBody>
      <dsp:txXfrm>
        <a:off x="622249" y="3368416"/>
        <a:ext cx="10171163" cy="5387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7288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429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86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429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76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929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122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590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13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64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213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6275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537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741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281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582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1070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C446C6-FC22-A31D-2DA9-9A2724E1B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3CD27F-D371-2325-3501-1E36523BB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517EED-4625-4BF7-4C39-31B2802FB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0EF952-A6F7-415B-67F7-F3FE8431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CD085E-49A3-DC01-8178-97433CE57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556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A6F014D-2371-4EA5-8E16-59BE57B02D6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4A3F4B8-9E39-4026-B5CE-C34837233C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816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3">
            <a:extLst>
              <a:ext uri="{FF2B5EF4-FFF2-40B4-BE49-F238E27FC236}">
                <a16:creationId xmlns:a16="http://schemas.microsoft.com/office/drawing/2014/main" id="{6F776733-A05B-4A45-903C-A77D9DEBD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Пилес бумажной работы">
            <a:extLst>
              <a:ext uri="{FF2B5EF4-FFF2-40B4-BE49-F238E27FC236}">
                <a16:creationId xmlns:a16="http://schemas.microsoft.com/office/drawing/2014/main" id="{A069AE13-3A07-2E0E-4883-FC47464F8AC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17693" b="730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7AC09-62C4-0F27-CC84-FFF5B34BF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694" y="1966816"/>
            <a:ext cx="9733231" cy="2481507"/>
          </a:xfrm>
        </p:spPr>
        <p:txBody>
          <a:bodyPr anchor="ctr">
            <a:normAutofit/>
          </a:bodyPr>
          <a:lstStyle/>
          <a:p>
            <a:pPr algn="l"/>
            <a:r>
              <a:rPr lang="ru-RU" sz="6800" b="1">
                <a:solidFill>
                  <a:schemeClr val="tx1"/>
                </a:solidFill>
              </a:rPr>
              <a:t>Военный интернет-архив</a:t>
            </a:r>
            <a:br>
              <a:rPr lang="ru-RU" sz="6800" b="1">
                <a:solidFill>
                  <a:schemeClr val="tx1"/>
                </a:solidFill>
              </a:rPr>
            </a:br>
            <a:r>
              <a:rPr lang="ru-RU" sz="6800" b="1">
                <a:solidFill>
                  <a:schemeClr val="tx1"/>
                </a:solidFill>
              </a:rPr>
              <a:t>«Память народа»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11FB5A2-23C0-F2AF-8E30-FDCB87EBC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7991" y="4591668"/>
            <a:ext cx="9666314" cy="748739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ru-RU" sz="1500">
                <a:solidFill>
                  <a:schemeClr val="tx1"/>
                </a:solidFill>
              </a:rPr>
              <a:t>Доклад студента 4-го курса ИВТ</a:t>
            </a:r>
          </a:p>
          <a:p>
            <a:pPr algn="l">
              <a:lnSpc>
                <a:spcPct val="110000"/>
              </a:lnSpc>
            </a:pPr>
            <a:r>
              <a:rPr lang="ru-RU" sz="1500">
                <a:solidFill>
                  <a:schemeClr val="tx1"/>
                </a:solidFill>
              </a:rPr>
              <a:t>Суркова А. А.</a:t>
            </a:r>
          </a:p>
          <a:p>
            <a:pPr algn="l">
              <a:lnSpc>
                <a:spcPct val="110000"/>
              </a:lnSpc>
            </a:pPr>
            <a:endParaRPr lang="ru-RU" sz="1500">
              <a:solidFill>
                <a:schemeClr val="tx1"/>
              </a:solidFill>
            </a:endParaRPr>
          </a:p>
        </p:txBody>
      </p:sp>
      <p:sp>
        <p:nvSpPr>
          <p:cNvPr id="26" name="5-Point Star 12">
            <a:extLst>
              <a:ext uri="{FF2B5EF4-FFF2-40B4-BE49-F238E27FC236}">
                <a16:creationId xmlns:a16="http://schemas.microsoft.com/office/drawing/2014/main" id="{5350CB18-9C03-468A-8579-F1850E8BE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405" y="2650454"/>
            <a:ext cx="840147" cy="778546"/>
          </a:xfrm>
          <a:prstGeom prst="star5">
            <a:avLst>
              <a:gd name="adj" fmla="val 25889"/>
              <a:gd name="hf" fmla="val 105146"/>
              <a:gd name="vf" fmla="val 110557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2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004E3376-C55F-6E91-424C-6CA227CCF4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903" r="9091" b="1548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A3EAB-48A6-8B89-DE42-EE3DCAA5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Основные сведения</a:t>
            </a:r>
            <a:r>
              <a:rPr lang="en-US"/>
              <a:t>:</a:t>
            </a:r>
            <a:endParaRPr lang="ru-RU"/>
          </a:p>
        </p:txBody>
      </p:sp>
      <p:graphicFrame>
        <p:nvGraphicFramePr>
          <p:cNvPr id="22" name="Объект 2">
            <a:extLst>
              <a:ext uri="{FF2B5EF4-FFF2-40B4-BE49-F238E27FC236}">
                <a16:creationId xmlns:a16="http://schemas.microsoft.com/office/drawing/2014/main" id="{F486D5D8-9FD2-70D7-9DC6-0E64AEED2E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7770072"/>
              </p:ext>
            </p:extLst>
          </p:nvPr>
        </p:nvGraphicFramePr>
        <p:xfrm>
          <a:off x="838200" y="180276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3086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CC7827FB-B370-4007-83D5-E83AD3D2C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18677B-B14F-8ACB-D811-EFD16A479B4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l="14164" r="4502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48347-3BAB-215B-A701-B9A59490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9913212" cy="1151965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Масштаб и статистика</a:t>
            </a:r>
            <a:r>
              <a:rPr lang="en-US">
                <a:solidFill>
                  <a:schemeClr val="tx1"/>
                </a:solidFill>
              </a:rPr>
              <a:t>: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" name="5-Point Star 12">
            <a:extLst>
              <a:ext uri="{FF2B5EF4-FFF2-40B4-BE49-F238E27FC236}">
                <a16:creationId xmlns:a16="http://schemas.microsoft.com/office/drawing/2014/main" id="{51E038FF-4E72-4714-B9E9-B0AC148C7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42476" y="261324"/>
            <a:ext cx="937731" cy="868975"/>
          </a:xfrm>
          <a:prstGeom prst="star5">
            <a:avLst>
              <a:gd name="adj" fmla="val 25889"/>
              <a:gd name="hf" fmla="val 105146"/>
              <a:gd name="vf" fmla="val 110557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6F5E27FF-5BE3-05E3-0778-E638A6C139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616014"/>
              </p:ext>
            </p:extLst>
          </p:nvPr>
        </p:nvGraphicFramePr>
        <p:xfrm>
          <a:off x="685800" y="2063396"/>
          <a:ext cx="10394707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845363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CD8897-8A9A-E0BE-219D-2BE0EBEA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>
            <a:normAutofit/>
          </a:bodyPr>
          <a:lstStyle/>
          <a:p>
            <a:r>
              <a:rPr lang="ru-RU" dirty="0"/>
              <a:t>Цель создания</a:t>
            </a:r>
            <a:r>
              <a:rPr lang="en-US" dirty="0"/>
              <a:t>:</a:t>
            </a:r>
            <a:endParaRPr lang="ru-RU" dirty="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2AD7D3D8-CDE1-78CE-3E0C-997893C74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2363143"/>
              </p:ext>
            </p:extLst>
          </p:nvPr>
        </p:nvGraphicFramePr>
        <p:xfrm>
          <a:off x="685800" y="2063750"/>
          <a:ext cx="10394950" cy="3311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54963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A1C54-7CDA-6F66-9C7F-E421BCCBF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Руководство и исполнители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BC5E35-FBEA-D88D-A198-66CCC3171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Государственный заказчик: Департамент Минобороны РФ по увековечению памяти погибших при защите Отечества</a:t>
            </a:r>
          </a:p>
          <a:p>
            <a:r>
              <a:rPr lang="ru-RU" dirty="0"/>
              <a:t>Руководитель (врио): Андрей Леонидович Таранов</a:t>
            </a:r>
          </a:p>
          <a:p>
            <a:r>
              <a:rPr lang="ru-RU" dirty="0"/>
              <a:t>Технический разработчик: Корпорация ЭЛАР</a:t>
            </a:r>
          </a:p>
          <a:p>
            <a:r>
              <a:rPr lang="ru-RU" dirty="0"/>
              <a:t>Президент ЭЛАР: Сергей Васильевич </a:t>
            </a:r>
            <a:r>
              <a:rPr lang="ru-RU" dirty="0" err="1"/>
              <a:t>Баландюк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5299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2">
            <a:extLst>
              <a:ext uri="{FF2B5EF4-FFF2-40B4-BE49-F238E27FC236}">
                <a16:creationId xmlns:a16="http://schemas.microsoft.com/office/drawing/2014/main" id="{CC7827FB-B370-4007-83D5-E83AD3D2C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Рисунок 7" descr="Изображение выглядит как текст, снимок экрана, Веб-сайт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3BC257-5E70-75B2-2527-FF45003F83C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l="6507" r="2383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8B3D3-A272-2292-AA36-E14562A0A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9913212" cy="1151965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Структура портала</a:t>
            </a:r>
            <a:r>
              <a:rPr lang="en-US">
                <a:solidFill>
                  <a:schemeClr val="tx1"/>
                </a:solidFill>
              </a:rPr>
              <a:t>: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5-Point Star 12">
            <a:extLst>
              <a:ext uri="{FF2B5EF4-FFF2-40B4-BE49-F238E27FC236}">
                <a16:creationId xmlns:a16="http://schemas.microsoft.com/office/drawing/2014/main" id="{51E038FF-4E72-4714-B9E9-B0AC148C7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42476" y="261324"/>
            <a:ext cx="937731" cy="868975"/>
          </a:xfrm>
          <a:prstGeom prst="star5">
            <a:avLst>
              <a:gd name="adj" fmla="val 25889"/>
              <a:gd name="hf" fmla="val 105146"/>
              <a:gd name="vf" fmla="val 110557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B12C6A7D-9E7B-C506-5888-0651DBCE5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6392934"/>
              </p:ext>
            </p:extLst>
          </p:nvPr>
        </p:nvGraphicFramePr>
        <p:xfrm>
          <a:off x="685800" y="2063396"/>
          <a:ext cx="10394707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8810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A9C49B-76D8-4E9B-B430-D1ADF40F1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8A5712-2FE0-4DD4-BDC6-099EA378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448E5503-E0F8-4B94-81A3-B1FA57623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397" y="0"/>
            <a:ext cx="11773291" cy="6419514"/>
          </a:xfrm>
          <a:custGeom>
            <a:avLst/>
            <a:gdLst/>
            <a:ahLst/>
            <a:cxnLst/>
            <a:rect l="l" t="t" r="r" b="b"/>
            <a:pathLst>
              <a:path w="11773291" h="6419514">
                <a:moveTo>
                  <a:pt x="11750059" y="0"/>
                </a:moveTo>
                <a:lnTo>
                  <a:pt x="11773291" y="6419514"/>
                </a:lnTo>
                <a:lnTo>
                  <a:pt x="0" y="641104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4F896-85E7-4403-9E37-1B004731F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54296" cy="6380796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B55510-0EF3-1F0C-FF5C-6260A77EF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381946" cy="4846967"/>
          </a:xfrm>
        </p:spPr>
        <p:txBody>
          <a:bodyPr>
            <a:normAutofit/>
          </a:bodyPr>
          <a:lstStyle/>
          <a:p>
            <a:r>
              <a:rPr lang="ru-RU" sz="4400">
                <a:solidFill>
                  <a:srgbClr val="FFFFFF"/>
                </a:solidFill>
              </a:rPr>
              <a:t>Технологии</a:t>
            </a:r>
            <a:r>
              <a:rPr lang="en-US" sz="4400">
                <a:solidFill>
                  <a:srgbClr val="FFFFFF"/>
                </a:solidFill>
              </a:rPr>
              <a:t>:</a:t>
            </a:r>
            <a:endParaRPr lang="ru-RU" sz="4400">
              <a:solidFill>
                <a:srgbClr val="FFFFFF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A7C4C0-C285-A77F-B98B-0143F885C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1886" y="685800"/>
            <a:ext cx="5968621" cy="4688785"/>
          </a:xfrm>
        </p:spPr>
        <p:txBody>
          <a:bodyPr>
            <a:normAutofit/>
          </a:bodyPr>
          <a:lstStyle/>
          <a:p>
            <a:r>
              <a:rPr lang="ru-RU" dirty="0"/>
              <a:t>Технологии оптического распознавания символов и ИИ</a:t>
            </a:r>
          </a:p>
          <a:p>
            <a:endParaRPr lang="ru-RU" dirty="0"/>
          </a:p>
          <a:p>
            <a:r>
              <a:rPr lang="ru-RU" dirty="0"/>
              <a:t>Автоматическая связка 220+ млн записей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Генерация PDF-альбома («Боевой путь»)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 err="1"/>
              <a:t>Геопривязка</a:t>
            </a:r>
            <a:r>
              <a:rPr lang="ru-RU" dirty="0"/>
              <a:t> всех событий</a:t>
            </a:r>
          </a:p>
        </p:txBody>
      </p:sp>
    </p:spTree>
    <p:extLst>
      <p:ext uri="{BB962C8B-B14F-4D97-AF65-F5344CB8AC3E}">
        <p14:creationId xmlns:p14="http://schemas.microsoft.com/office/powerpoint/2010/main" val="2972529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7">
            <a:extLst>
              <a:ext uri="{FF2B5EF4-FFF2-40B4-BE49-F238E27FC236}">
                <a16:creationId xmlns:a16="http://schemas.microsoft.com/office/drawing/2014/main" id="{454915C5-707B-4B29-9E6B-116367F84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070191" cy="6858000"/>
          </a:xfrm>
          <a:custGeom>
            <a:avLst/>
            <a:gdLst>
              <a:gd name="connsiteX0" fmla="*/ 1 w 4061802"/>
              <a:gd name="connsiteY0" fmla="*/ 0 h 6858000"/>
              <a:gd name="connsiteX1" fmla="*/ 4059081 w 4061802"/>
              <a:gd name="connsiteY1" fmla="*/ 0 h 6858000"/>
              <a:gd name="connsiteX2" fmla="*/ 4059081 w 4061802"/>
              <a:gd name="connsiteY2" fmla="*/ 2339825 h 6858000"/>
              <a:gd name="connsiteX3" fmla="*/ 4061802 w 4061802"/>
              <a:gd name="connsiteY3" fmla="*/ 2339683 h 6858000"/>
              <a:gd name="connsiteX4" fmla="*/ 4061802 w 4061802"/>
              <a:gd name="connsiteY4" fmla="*/ 3776054 h 6858000"/>
              <a:gd name="connsiteX5" fmla="*/ 4059081 w 4061802"/>
              <a:gd name="connsiteY5" fmla="*/ 3776199 h 6858000"/>
              <a:gd name="connsiteX6" fmla="*/ 4059081 w 4061802"/>
              <a:gd name="connsiteY6" fmla="*/ 6858000 h 6858000"/>
              <a:gd name="connsiteX7" fmla="*/ 1 w 4061802"/>
              <a:gd name="connsiteY7" fmla="*/ 6858000 h 6858000"/>
              <a:gd name="connsiteX8" fmla="*/ 1 w 4061802"/>
              <a:gd name="connsiteY8" fmla="*/ 3992604 h 6858000"/>
              <a:gd name="connsiteX9" fmla="*/ 0 w 4061802"/>
              <a:gd name="connsiteY9" fmla="*/ 3992604 h 6858000"/>
              <a:gd name="connsiteX10" fmla="*/ 0 w 4061802"/>
              <a:gd name="connsiteY10" fmla="*/ 2552279 h 6858000"/>
              <a:gd name="connsiteX11" fmla="*/ 1 w 4061802"/>
              <a:gd name="connsiteY11" fmla="*/ 255227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61802" h="6858000">
                <a:moveTo>
                  <a:pt x="1" y="0"/>
                </a:moveTo>
                <a:lnTo>
                  <a:pt x="4059081" y="0"/>
                </a:lnTo>
                <a:lnTo>
                  <a:pt x="4059081" y="2339825"/>
                </a:lnTo>
                <a:lnTo>
                  <a:pt x="4061802" y="2339683"/>
                </a:lnTo>
                <a:lnTo>
                  <a:pt x="4061802" y="3776054"/>
                </a:lnTo>
                <a:lnTo>
                  <a:pt x="4059081" y="3776199"/>
                </a:lnTo>
                <a:lnTo>
                  <a:pt x="4059081" y="6858000"/>
                </a:lnTo>
                <a:lnTo>
                  <a:pt x="1" y="6858000"/>
                </a:lnTo>
                <a:lnTo>
                  <a:pt x="1" y="3992604"/>
                </a:lnTo>
                <a:lnTo>
                  <a:pt x="0" y="3992604"/>
                </a:lnTo>
                <a:lnTo>
                  <a:pt x="0" y="2552279"/>
                </a:lnTo>
                <a:lnTo>
                  <a:pt x="1" y="255227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36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7F5B27-C692-4BFA-C2B1-54048218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226122"/>
            <a:ext cx="3054268" cy="4405756"/>
          </a:xfrm>
        </p:spPr>
        <p:txBody>
          <a:bodyPr anchor="ctr">
            <a:normAutofit/>
          </a:bodyPr>
          <a:lstStyle/>
          <a:p>
            <a:r>
              <a:rPr lang="ru-RU" sz="3300">
                <a:solidFill>
                  <a:srgbClr val="FFFFFF"/>
                </a:solidFill>
              </a:rPr>
              <a:t>Пользователи и аудитория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B8E032-9914-4C00-B51A-C2DA16271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21733" cy="6858000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1">
            <a:extLst>
              <a:ext uri="{FF2B5EF4-FFF2-40B4-BE49-F238E27FC236}">
                <a16:creationId xmlns:a16="http://schemas.microsoft.com/office/drawing/2014/main" id="{43B4841E-E6B6-48C3-BA02-F73659C6D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802" y="1"/>
            <a:ext cx="8130198" cy="6857999"/>
          </a:xfrm>
          <a:custGeom>
            <a:avLst/>
            <a:gdLst>
              <a:gd name="connsiteX0" fmla="*/ 0 w 8130198"/>
              <a:gd name="connsiteY0" fmla="*/ 0 h 6857999"/>
              <a:gd name="connsiteX1" fmla="*/ 7241014 w 8130198"/>
              <a:gd name="connsiteY1" fmla="*/ 0 h 6857999"/>
              <a:gd name="connsiteX2" fmla="*/ 8130198 w 8130198"/>
              <a:gd name="connsiteY2" fmla="*/ 0 h 6857999"/>
              <a:gd name="connsiteX3" fmla="*/ 8130198 w 8130198"/>
              <a:gd name="connsiteY3" fmla="*/ 6857999 h 6857999"/>
              <a:gd name="connsiteX4" fmla="*/ 0 w 8130198"/>
              <a:gd name="connsiteY4" fmla="*/ 6857999 h 6857999"/>
              <a:gd name="connsiteX5" fmla="*/ 0 w 8130198"/>
              <a:gd name="connsiteY5" fmla="*/ 63753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0198" h="6857999">
                <a:moveTo>
                  <a:pt x="0" y="0"/>
                </a:moveTo>
                <a:lnTo>
                  <a:pt x="7241014" y="0"/>
                </a:lnTo>
                <a:lnTo>
                  <a:pt x="8130198" y="0"/>
                </a:lnTo>
                <a:lnTo>
                  <a:pt x="8130198" y="6857999"/>
                </a:lnTo>
                <a:lnTo>
                  <a:pt x="0" y="6857999"/>
                </a:lnTo>
                <a:lnTo>
                  <a:pt x="0" y="6375361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18" name="Объект 2">
            <a:extLst>
              <a:ext uri="{FF2B5EF4-FFF2-40B4-BE49-F238E27FC236}">
                <a16:creationId xmlns:a16="http://schemas.microsoft.com/office/drawing/2014/main" id="{031E9EE9-3806-0427-BE41-5130B4A07F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54461" y="1226122"/>
          <a:ext cx="6526045" cy="4405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80573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E15691-7368-5012-C528-3F62537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Качество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6FD909-4E01-9C91-B95E-B58191A11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69912"/>
          </a:xfrm>
        </p:spPr>
        <p:txBody>
          <a:bodyPr/>
          <a:lstStyle/>
          <a:p>
            <a:r>
              <a:rPr lang="ru-RU" dirty="0"/>
              <a:t>Актуальность: обновления 2025–2026 гг.</a:t>
            </a:r>
          </a:p>
          <a:p>
            <a:endParaRPr lang="ru-RU" dirty="0"/>
          </a:p>
          <a:p>
            <a:r>
              <a:rPr lang="ru-RU" dirty="0"/>
              <a:t>Достоверность: подлинники архивов МО РФ</a:t>
            </a:r>
          </a:p>
          <a:p>
            <a:endParaRPr lang="ru-RU" dirty="0"/>
          </a:p>
          <a:p>
            <a:r>
              <a:rPr lang="ru-RU" dirty="0"/>
              <a:t>Полнота: 95% архивных фондов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92176-A381-DC60-C037-61467C59863C}"/>
              </a:ext>
            </a:extLst>
          </p:cNvPr>
          <p:cNvSpPr txBox="1"/>
          <p:nvPr/>
        </p:nvSpPr>
        <p:spPr>
          <a:xfrm>
            <a:off x="838200" y="4530474"/>
            <a:ext cx="891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Помимо документов сайт также содержит истории пользователей, однако информация в этом разделе носит мемуарный характер и может содержать фактические неточности.</a:t>
            </a:r>
          </a:p>
        </p:txBody>
      </p:sp>
    </p:spTree>
    <p:extLst>
      <p:ext uri="{BB962C8B-B14F-4D97-AF65-F5344CB8AC3E}">
        <p14:creationId xmlns:p14="http://schemas.microsoft.com/office/powerpoint/2010/main" val="2089196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6C550-99A6-0F87-30BA-31C51B188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92837" cy="1151965"/>
          </a:xfrm>
        </p:spPr>
        <p:txBody>
          <a:bodyPr>
            <a:normAutofit/>
          </a:bodyPr>
          <a:lstStyle/>
          <a:p>
            <a:r>
              <a:rPr lang="ru-RU"/>
              <a:t>Общее впечатление</a:t>
            </a:r>
            <a:endParaRPr lang="ru-RU" dirty="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13D64D5-19A4-0761-3FC9-2DD4C4EEC9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2634152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9621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C1CD6AA-C6A5-4977-A468-8B03371D1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custGeom>
            <a:avLst/>
            <a:gdLst>
              <a:gd name="connsiteX0" fmla="*/ 3 w 11647715"/>
              <a:gd name="connsiteY0" fmla="*/ 0 h 2634343"/>
              <a:gd name="connsiteX1" fmla="*/ 11647715 w 11647715"/>
              <a:gd name="connsiteY1" fmla="*/ 0 h 2634343"/>
              <a:gd name="connsiteX2" fmla="*/ 11647715 w 11647715"/>
              <a:gd name="connsiteY2" fmla="*/ 2634343 h 2634343"/>
              <a:gd name="connsiteX3" fmla="*/ 3 w 11647715"/>
              <a:gd name="connsiteY3" fmla="*/ 2634343 h 2634343"/>
              <a:gd name="connsiteX4" fmla="*/ 3 w 11647715"/>
              <a:gd name="connsiteY4" fmla="*/ 1533667 h 2634343"/>
              <a:gd name="connsiteX5" fmla="*/ 0 w 11647715"/>
              <a:gd name="connsiteY5" fmla="*/ 1533667 h 2634343"/>
              <a:gd name="connsiteX6" fmla="*/ 0 w 11647715"/>
              <a:gd name="connsiteY6" fmla="*/ 980400 h 2634343"/>
              <a:gd name="connsiteX7" fmla="*/ 3 w 11647715"/>
              <a:gd name="connsiteY7" fmla="*/ 980400 h 263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47715" h="2634343">
                <a:moveTo>
                  <a:pt x="3" y="0"/>
                </a:moveTo>
                <a:lnTo>
                  <a:pt x="11647715" y="0"/>
                </a:lnTo>
                <a:lnTo>
                  <a:pt x="11647715" y="2634343"/>
                </a:lnTo>
                <a:lnTo>
                  <a:pt x="3" y="2634343"/>
                </a:lnTo>
                <a:lnTo>
                  <a:pt x="3" y="1533667"/>
                </a:lnTo>
                <a:lnTo>
                  <a:pt x="0" y="1533667"/>
                </a:lnTo>
                <a:lnTo>
                  <a:pt x="0" y="980400"/>
                </a:lnTo>
                <a:lnTo>
                  <a:pt x="3" y="980400"/>
                </a:lnTo>
                <a:close/>
              </a:path>
            </a:pathLst>
          </a:custGeom>
          <a:gradFill flip="none" rotWithShape="1">
            <a:gsLst>
              <a:gs pos="46000">
                <a:schemeClr val="accent6">
                  <a:lumMod val="89000"/>
                </a:schemeClr>
              </a:gs>
              <a:gs pos="81000">
                <a:srgbClr val="231F2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601F395-3079-4179-84BA-6654D9F82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7"/>
            <a:ext cx="10905067" cy="5571066"/>
          </a:xfrm>
          <a:custGeom>
            <a:avLst/>
            <a:gdLst>
              <a:gd name="connsiteX0" fmla="*/ 0 w 8130198"/>
              <a:gd name="connsiteY0" fmla="*/ 0 h 6857999"/>
              <a:gd name="connsiteX1" fmla="*/ 7241014 w 8130198"/>
              <a:gd name="connsiteY1" fmla="*/ 0 h 6857999"/>
              <a:gd name="connsiteX2" fmla="*/ 8130198 w 8130198"/>
              <a:gd name="connsiteY2" fmla="*/ 0 h 6857999"/>
              <a:gd name="connsiteX3" fmla="*/ 8130198 w 8130198"/>
              <a:gd name="connsiteY3" fmla="*/ 6857999 h 6857999"/>
              <a:gd name="connsiteX4" fmla="*/ 0 w 8130198"/>
              <a:gd name="connsiteY4" fmla="*/ 6857999 h 6857999"/>
              <a:gd name="connsiteX5" fmla="*/ 0 w 8130198"/>
              <a:gd name="connsiteY5" fmla="*/ 63753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0198" h="6857999">
                <a:moveTo>
                  <a:pt x="0" y="0"/>
                </a:moveTo>
                <a:lnTo>
                  <a:pt x="7241014" y="0"/>
                </a:lnTo>
                <a:lnTo>
                  <a:pt x="8130198" y="0"/>
                </a:lnTo>
                <a:lnTo>
                  <a:pt x="8130198" y="6857999"/>
                </a:lnTo>
                <a:lnTo>
                  <a:pt x="0" y="6857999"/>
                </a:lnTo>
                <a:lnTo>
                  <a:pt x="0" y="6375361"/>
                </a:lnTo>
                <a:close/>
              </a:path>
            </a:pathLst>
          </a:custGeom>
          <a:ln w="50800" cap="sq">
            <a:noFill/>
            <a:miter lim="800000"/>
          </a:ln>
          <a:effectLst>
            <a:outerShdw blurRad="101600" dist="152400" dir="4380000" algn="t" rotWithShape="0">
              <a:prstClr val="black">
                <a:alpha val="4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E8F511-DFF0-B4D2-9EAA-4A610A594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1061660"/>
            <a:ext cx="9618133" cy="1043108"/>
          </a:xfrm>
        </p:spPr>
        <p:txBody>
          <a:bodyPr>
            <a:normAutofit/>
          </a:bodyPr>
          <a:lstStyle/>
          <a:p>
            <a:pPr algn="ctr"/>
            <a:r>
              <a:rPr lang="ru-RU" sz="3400">
                <a:solidFill>
                  <a:schemeClr val="tx1">
                    <a:lumMod val="85000"/>
                    <a:lumOff val="15000"/>
                  </a:schemeClr>
                </a:solidFill>
              </a:rPr>
              <a:t> Источники,</a:t>
            </a:r>
            <a:br>
              <a:rPr lang="ru-RU" sz="34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3400">
                <a:solidFill>
                  <a:schemeClr val="tx1">
                    <a:lumMod val="85000"/>
                    <a:lumOff val="15000"/>
                  </a:schemeClr>
                </a:solidFill>
              </a:rPr>
              <a:t> использованные при подготовке</a:t>
            </a:r>
            <a:r>
              <a:rPr lang="en-US" sz="340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  <a:endParaRPr lang="ru-RU" sz="3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6F4D82-2BEC-FEE6-037A-AAF2E5F0A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3" y="2226681"/>
            <a:ext cx="9618133" cy="3586290"/>
          </a:xfrm>
        </p:spPr>
        <p:txBody>
          <a:bodyPr>
            <a:normAutofit/>
          </a:bodyPr>
          <a:lstStyle/>
          <a:p>
            <a:r>
              <a:rPr lang="ru-RU" sz="1800">
                <a:solidFill>
                  <a:schemeClr val="tx1">
                    <a:lumMod val="95000"/>
                    <a:lumOff val="5000"/>
                  </a:schemeClr>
                </a:solidFill>
              </a:rPr>
              <a:t>Официальный сайт «Память народа»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1800">
                <a:solidFill>
                  <a:schemeClr val="tx1">
                    <a:lumMod val="95000"/>
                    <a:lumOff val="5000"/>
                  </a:schemeClr>
                </a:solidFill>
              </a:rPr>
              <a:t>— разделы «Как искать», «О проекте»</a:t>
            </a:r>
          </a:p>
          <a:p>
            <a:r>
              <a:rPr lang="ru-RU" sz="1800">
                <a:solidFill>
                  <a:schemeClr val="tx1">
                    <a:lumMod val="95000"/>
                    <a:lumOff val="5000"/>
                  </a:schemeClr>
                </a:solidFill>
              </a:rPr>
              <a:t>Википедия — статья «Память народа»</a:t>
            </a:r>
          </a:p>
          <a:p>
            <a:r>
              <a:rPr lang="ru-RU" sz="1800">
                <a:solidFill>
                  <a:schemeClr val="tx1">
                    <a:lumMod val="95000"/>
                    <a:lumOff val="5000"/>
                  </a:schemeClr>
                </a:solidFill>
              </a:rPr>
              <a:t>ТАСС — пресс-конференция Минобороны РФ, 11.02.2025</a:t>
            </a:r>
          </a:p>
        </p:txBody>
      </p:sp>
    </p:spTree>
    <p:extLst>
      <p:ext uri="{BB962C8B-B14F-4D97-AF65-F5344CB8AC3E}">
        <p14:creationId xmlns:p14="http://schemas.microsoft.com/office/powerpoint/2010/main" val="401642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6">
            <a:extLst>
              <a:ext uri="{FF2B5EF4-FFF2-40B4-BE49-F238E27FC236}">
                <a16:creationId xmlns:a16="http://schemas.microsoft.com/office/drawing/2014/main" id="{01A8CDCA-EC58-40B4-9F17-A7B613A32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36" name="Freeform 11">
            <a:extLst>
              <a:ext uri="{FF2B5EF4-FFF2-40B4-BE49-F238E27FC236}">
                <a16:creationId xmlns:a16="http://schemas.microsoft.com/office/drawing/2014/main" id="{DBC44137-B240-488D-B88F-9D266FACA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7" name="Freeform 13">
            <a:extLst>
              <a:ext uri="{FF2B5EF4-FFF2-40B4-BE49-F238E27FC236}">
                <a16:creationId xmlns:a16="http://schemas.microsoft.com/office/drawing/2014/main" id="{70FFA344-365C-4944-848F-8B966C335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8" name="Freeform 25">
            <a:extLst>
              <a:ext uri="{FF2B5EF4-FFF2-40B4-BE49-F238E27FC236}">
                <a16:creationId xmlns:a16="http://schemas.microsoft.com/office/drawing/2014/main" id="{D73EBEE6-2E8A-47F3-ADCA-5C0A95C36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9" name="Freeform 14">
            <a:extLst>
              <a:ext uri="{FF2B5EF4-FFF2-40B4-BE49-F238E27FC236}">
                <a16:creationId xmlns:a16="http://schemas.microsoft.com/office/drawing/2014/main" id="{47525714-3E1C-46F0-A17D-D3BE3D221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ru-RU"/>
          </a:p>
        </p:txBody>
      </p:sp>
      <p:sp>
        <p:nvSpPr>
          <p:cNvPr id="40" name="5-Point Star 24">
            <a:extLst>
              <a:ext uri="{FF2B5EF4-FFF2-40B4-BE49-F238E27FC236}">
                <a16:creationId xmlns:a16="http://schemas.microsoft.com/office/drawing/2014/main" id="{B178D758-A5E1-416F-9966-F71730470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 useBgFill="1">
        <p:nvSpPr>
          <p:cNvPr id="41" name="Freeform: Shape 18">
            <a:extLst>
              <a:ext uri="{FF2B5EF4-FFF2-40B4-BE49-F238E27FC236}">
                <a16:creationId xmlns:a16="http://schemas.microsoft.com/office/drawing/2014/main" id="{9EC0B389-6C5B-4613-955F-777B28DFB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8"/>
          </a:xfrm>
          <a:custGeom>
            <a:avLst/>
            <a:gdLst>
              <a:gd name="connsiteX0" fmla="*/ 0 w 8130198"/>
              <a:gd name="connsiteY0" fmla="*/ 0 h 6857999"/>
              <a:gd name="connsiteX1" fmla="*/ 7241014 w 8130198"/>
              <a:gd name="connsiteY1" fmla="*/ 0 h 6857999"/>
              <a:gd name="connsiteX2" fmla="*/ 8130198 w 8130198"/>
              <a:gd name="connsiteY2" fmla="*/ 0 h 6857999"/>
              <a:gd name="connsiteX3" fmla="*/ 8130198 w 8130198"/>
              <a:gd name="connsiteY3" fmla="*/ 6857999 h 6857999"/>
              <a:gd name="connsiteX4" fmla="*/ 0 w 8130198"/>
              <a:gd name="connsiteY4" fmla="*/ 6857999 h 6857999"/>
              <a:gd name="connsiteX5" fmla="*/ 0 w 8130198"/>
              <a:gd name="connsiteY5" fmla="*/ 63753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0198" h="6857999">
                <a:moveTo>
                  <a:pt x="0" y="0"/>
                </a:moveTo>
                <a:lnTo>
                  <a:pt x="7241014" y="0"/>
                </a:lnTo>
                <a:lnTo>
                  <a:pt x="8130198" y="0"/>
                </a:lnTo>
                <a:lnTo>
                  <a:pt x="8130198" y="6857999"/>
                </a:lnTo>
                <a:lnTo>
                  <a:pt x="0" y="6857999"/>
                </a:lnTo>
                <a:lnTo>
                  <a:pt x="0" y="6375361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89F49-549F-BF42-3ABF-5EB196034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407" y="943953"/>
            <a:ext cx="9755187" cy="30603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Спасибо за внимание!</a:t>
            </a:r>
          </a:p>
        </p:txBody>
      </p:sp>
      <p:sp>
        <p:nvSpPr>
          <p:cNvPr id="42" name="Freeform: Shape 20">
            <a:extLst>
              <a:ext uri="{FF2B5EF4-FFF2-40B4-BE49-F238E27FC236}">
                <a16:creationId xmlns:a16="http://schemas.microsoft.com/office/drawing/2014/main" id="{8AC43696-2597-400A-96DE-C9CA14634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64704"/>
            <a:ext cx="12192001" cy="493296"/>
          </a:xfrm>
          <a:custGeom>
            <a:avLst/>
            <a:gdLst>
              <a:gd name="connsiteX0" fmla="*/ 3 w 11647715"/>
              <a:gd name="connsiteY0" fmla="*/ 0 h 2634343"/>
              <a:gd name="connsiteX1" fmla="*/ 11647715 w 11647715"/>
              <a:gd name="connsiteY1" fmla="*/ 0 h 2634343"/>
              <a:gd name="connsiteX2" fmla="*/ 11647715 w 11647715"/>
              <a:gd name="connsiteY2" fmla="*/ 2634343 h 2634343"/>
              <a:gd name="connsiteX3" fmla="*/ 3 w 11647715"/>
              <a:gd name="connsiteY3" fmla="*/ 2634343 h 2634343"/>
              <a:gd name="connsiteX4" fmla="*/ 3 w 11647715"/>
              <a:gd name="connsiteY4" fmla="*/ 1533667 h 2634343"/>
              <a:gd name="connsiteX5" fmla="*/ 0 w 11647715"/>
              <a:gd name="connsiteY5" fmla="*/ 1533667 h 2634343"/>
              <a:gd name="connsiteX6" fmla="*/ 0 w 11647715"/>
              <a:gd name="connsiteY6" fmla="*/ 980400 h 2634343"/>
              <a:gd name="connsiteX7" fmla="*/ 3 w 11647715"/>
              <a:gd name="connsiteY7" fmla="*/ 980400 h 263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47715" h="2634343">
                <a:moveTo>
                  <a:pt x="3" y="0"/>
                </a:moveTo>
                <a:lnTo>
                  <a:pt x="11647715" y="0"/>
                </a:lnTo>
                <a:lnTo>
                  <a:pt x="11647715" y="2634343"/>
                </a:lnTo>
                <a:lnTo>
                  <a:pt x="3" y="2634343"/>
                </a:lnTo>
                <a:lnTo>
                  <a:pt x="3" y="1533667"/>
                </a:lnTo>
                <a:lnTo>
                  <a:pt x="0" y="1533667"/>
                </a:lnTo>
                <a:lnTo>
                  <a:pt x="0" y="980400"/>
                </a:lnTo>
                <a:lnTo>
                  <a:pt x="3" y="98040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7754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ое мероприятие">
  <a:themeElements>
    <a:clrScheme name="Главное мероприятие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Главное мероприятие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ое мероприятие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074A3C1-95A9-4D5C-B5E4-64055554A5DA}">
  <we:reference id="wa200005566" version="3.0.0.3" store="ru-RU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TM04033927[[fn=Главное мероприятие]]</Template>
  <TotalTime>6362</TotalTime>
  <Words>310</Words>
  <Application>Microsoft Office PowerPoint</Application>
  <PresentationFormat>Широкоэкранный</PresentationFormat>
  <Paragraphs>65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Impact</vt:lpstr>
      <vt:lpstr>Главное мероприятие</vt:lpstr>
      <vt:lpstr>Военный интернет-архив «Память народа»</vt:lpstr>
      <vt:lpstr>Основные сведения:</vt:lpstr>
      <vt:lpstr>Масштаб и статистика:</vt:lpstr>
      <vt:lpstr>Цель создания:</vt:lpstr>
      <vt:lpstr> Руководство и исполнители</vt:lpstr>
      <vt:lpstr>Структура портала:</vt:lpstr>
      <vt:lpstr>Технологии:</vt:lpstr>
      <vt:lpstr>Пользователи и аудитория</vt:lpstr>
      <vt:lpstr> Качество информации</vt:lpstr>
      <vt:lpstr>Общее впечатление</vt:lpstr>
      <vt:lpstr> Источники,  использованные при подготовке: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Surkov</dc:creator>
  <cp:lastModifiedBy>Andrey Surkov</cp:lastModifiedBy>
  <cp:revision>3</cp:revision>
  <dcterms:created xsi:type="dcterms:W3CDTF">2026-02-12T08:47:18Z</dcterms:created>
  <dcterms:modified xsi:type="dcterms:W3CDTF">2026-02-16T19:48:32Z</dcterms:modified>
</cp:coreProperties>
</file>