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0" r:id="rId5"/>
    <p:sldId id="258" r:id="rId6"/>
    <p:sldId id="259" r:id="rId7"/>
    <p:sldId id="264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50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ru-RU" sz="4200" dirty="0">
                <a:solidFill>
                  <a:srgbClr val="FFFFFF"/>
                </a:solidFill>
              </a:rPr>
              <a:t>Учебный проект «Магазин атлетического питания»</a:t>
            </a:r>
            <a:r>
              <a:rPr lang="en-US" sz="4200" dirty="0">
                <a:solidFill>
                  <a:srgbClr val="FFFFFF"/>
                </a:solidFill>
              </a:rPr>
              <a:t>:</a:t>
            </a:r>
            <a:r>
              <a:rPr lang="ru-RU" sz="4200" dirty="0">
                <a:solidFill>
                  <a:srgbClr val="FFFFFF"/>
                </a:solidFill>
              </a:rPr>
              <a:t> </a:t>
            </a:r>
            <a:br>
              <a:rPr lang="ru-RU" sz="4200" dirty="0">
                <a:solidFill>
                  <a:srgbClr val="FFFFFF"/>
                </a:solidFill>
              </a:rPr>
            </a:br>
            <a:r>
              <a:rPr lang="ru-RU" sz="4200" dirty="0">
                <a:solidFill>
                  <a:srgbClr val="FFFFFF"/>
                </a:solidFill>
              </a:rPr>
              <a:t>Производство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6118" y="4525875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ru-RU" sz="3000" dirty="0"/>
              <a:t>Информационная система на платформе 1С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 fontScale="90000"/>
          </a:bodyPr>
          <a:lstStyle/>
          <a:p>
            <a:r>
              <a:rPr lang="ru-RU" sz="3500" dirty="0">
                <a:solidFill>
                  <a:srgbClr val="FFFFFF"/>
                </a:solidFill>
              </a:rPr>
              <a:t>1. Изменения справочника «Номенклатура»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93DEBAD-F3E2-4CC5-B839-E74FDF1F2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084"/>
          <a:stretch/>
        </p:blipFill>
        <p:spPr>
          <a:xfrm>
            <a:off x="1" y="1576446"/>
            <a:ext cx="8312186" cy="3798194"/>
          </a:xfrm>
        </p:spPr>
      </p:pic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69DE1905-CC0F-4689-A942-44C8B76E5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37493"/>
              </p:ext>
            </p:extLst>
          </p:nvPr>
        </p:nvGraphicFramePr>
        <p:xfrm>
          <a:off x="642" y="5377846"/>
          <a:ext cx="91433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786">
                  <a:extLst>
                    <a:ext uri="{9D8B030D-6E8A-4147-A177-3AD203B41FA5}">
                      <a16:colId xmlns:a16="http://schemas.microsoft.com/office/drawing/2014/main" val="2621745878"/>
                    </a:ext>
                  </a:extLst>
                </a:gridCol>
                <a:gridCol w="3047786">
                  <a:extLst>
                    <a:ext uri="{9D8B030D-6E8A-4147-A177-3AD203B41FA5}">
                      <a16:colId xmlns:a16="http://schemas.microsoft.com/office/drawing/2014/main" val="1314306758"/>
                    </a:ext>
                  </a:extLst>
                </a:gridCol>
                <a:gridCol w="3047786">
                  <a:extLst>
                    <a:ext uri="{9D8B030D-6E8A-4147-A177-3AD203B41FA5}">
                      <a16:colId xmlns:a16="http://schemas.microsoft.com/office/drawing/2014/main" val="3738609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Вид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Закупка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Продажа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844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Сырьё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✔️</a:t>
                      </a:r>
                      <a:endParaRPr lang="ru-RU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735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Продукция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✔️</a:t>
                      </a:r>
                      <a:endParaRPr lang="ru-RU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86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✔️</a:t>
                      </a:r>
                      <a:endParaRPr lang="ru-RU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✔️</a:t>
                      </a:r>
                      <a:endParaRPr lang="ru-RU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6627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9" y="348865"/>
            <a:ext cx="6044158" cy="1576446"/>
          </a:xfrm>
        </p:spPr>
        <p:txBody>
          <a:bodyPr anchor="ctr">
            <a:normAutofit/>
          </a:bodyPr>
          <a:lstStyle/>
          <a:p>
            <a:r>
              <a:rPr lang="ru-RU" sz="3500" dirty="0">
                <a:solidFill>
                  <a:srgbClr val="FFFFFF"/>
                </a:solidFill>
              </a:rPr>
              <a:t>2. Рецепты</a:t>
            </a:r>
          </a:p>
        </p:txBody>
      </p:sp>
      <p:pic>
        <p:nvPicPr>
          <p:cNvPr id="21" name="Объект 20">
            <a:extLst>
              <a:ext uri="{FF2B5EF4-FFF2-40B4-BE49-F238E27FC236}">
                <a16:creationId xmlns:a16="http://schemas.microsoft.com/office/drawing/2014/main" id="{C6DD6D82-F6C1-48E0-8A00-700900AA4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834" y="2170031"/>
            <a:ext cx="7205932" cy="4525963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11" y="707797"/>
            <a:ext cx="6055401" cy="994172"/>
          </a:xfrm>
        </p:spPr>
        <p:txBody>
          <a:bodyPr>
            <a:normAutofit fontScale="90000"/>
          </a:bodyPr>
          <a:lstStyle/>
          <a:p>
            <a:r>
              <a:rPr lang="ru-RU" sz="3850" dirty="0"/>
              <a:t>3. Документ «Производство»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8" name="Объект 17">
            <a:extLst>
              <a:ext uri="{FF2B5EF4-FFF2-40B4-BE49-F238E27FC236}">
                <a16:creationId xmlns:a16="http://schemas.microsoft.com/office/drawing/2014/main" id="{A62A6416-B669-42B7-B9EF-5DB4C18C0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331"/>
          <a:stretch/>
        </p:blipFill>
        <p:spPr>
          <a:xfrm>
            <a:off x="95464" y="2006568"/>
            <a:ext cx="7096097" cy="2711482"/>
          </a:xfr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FF2E86A-CE46-4F0D-869C-4FAF3981E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35" y="2131926"/>
            <a:ext cx="1200318" cy="25861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141" y="2767106"/>
            <a:ext cx="3151572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ru-RU" sz="2200" dirty="0">
                <a:solidFill>
                  <a:srgbClr val="FFFFFF"/>
                </a:solidFill>
              </a:rPr>
              <a:t>4</a:t>
            </a:r>
            <a:r>
              <a:rPr lang="ru-RU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Справочник «</a:t>
            </a:r>
            <a:r>
              <a:rPr lang="ru-RU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ЕдиницыИзмерения</a:t>
            </a:r>
            <a:r>
              <a:rPr lang="ru-RU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»</a:t>
            </a:r>
            <a:endParaRPr lang="en-US" sz="2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3C81FD3-DCF2-4D7C-8981-1418C1D88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1" y="1850352"/>
            <a:ext cx="6115048" cy="315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88" y="1683756"/>
            <a:ext cx="2904080" cy="2396359"/>
          </a:xfrm>
        </p:spPr>
        <p:txBody>
          <a:bodyPr anchor="b">
            <a:normAutofit/>
          </a:bodyPr>
          <a:lstStyle/>
          <a:p>
            <a:pPr algn="l"/>
            <a:r>
              <a:rPr lang="ru-RU" sz="3000" dirty="0">
                <a:solidFill>
                  <a:srgbClr val="FFFFFF"/>
                </a:solidFill>
              </a:rPr>
              <a:t>5. </a:t>
            </a:r>
            <a:r>
              <a:rPr lang="ru-RU" sz="3200" dirty="0">
                <a:solidFill>
                  <a:srgbClr val="FFFFFF"/>
                </a:solidFill>
              </a:rPr>
              <a:t>Использование единиц измерения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6025EA3-00A8-4DDA-94F8-26DA3F533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9860" y="150132"/>
            <a:ext cx="6151531" cy="2696236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922F13-BB65-46C0-92E9-A334C0621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384" y="4171951"/>
            <a:ext cx="6069251" cy="256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88" y="1683756"/>
            <a:ext cx="2904080" cy="2396359"/>
          </a:xfrm>
        </p:spPr>
        <p:txBody>
          <a:bodyPr anchor="b">
            <a:normAutofit/>
          </a:bodyPr>
          <a:lstStyle/>
          <a:p>
            <a:pPr algn="l"/>
            <a:r>
              <a:rPr lang="ru-RU" sz="3000" dirty="0">
                <a:solidFill>
                  <a:srgbClr val="FFFFFF"/>
                </a:solidFill>
              </a:rPr>
              <a:t>5. </a:t>
            </a:r>
            <a:r>
              <a:rPr lang="ru-RU" sz="3200" dirty="0">
                <a:solidFill>
                  <a:srgbClr val="FFFFFF"/>
                </a:solidFill>
              </a:rPr>
              <a:t>Использование единиц измерения</a:t>
            </a:r>
          </a:p>
        </p:txBody>
      </p:sp>
      <p:pic>
        <p:nvPicPr>
          <p:cNvPr id="20" name="Объект 19">
            <a:extLst>
              <a:ext uri="{FF2B5EF4-FFF2-40B4-BE49-F238E27FC236}">
                <a16:creationId xmlns:a16="http://schemas.microsoft.com/office/drawing/2014/main" id="{8EA0FC7C-1E21-469E-A75A-EAB3E7B34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6482" y="1537417"/>
            <a:ext cx="6059396" cy="3358434"/>
          </a:xfrm>
        </p:spPr>
      </p:pic>
    </p:spTree>
    <p:extLst>
      <p:ext uri="{BB962C8B-B14F-4D97-AF65-F5344CB8AC3E}">
        <p14:creationId xmlns:p14="http://schemas.microsoft.com/office/powerpoint/2010/main" val="1533717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B78CC2F-8E77-4D05-9619-03306F016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45573" y="-3497950"/>
            <a:ext cx="2047875" cy="91390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EDDF23B-A705-43F4-9842-96F686A96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45572" y="1264550"/>
            <a:ext cx="2047875" cy="9139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63</Words>
  <Application>Microsoft Office PowerPoint</Application>
  <PresentationFormat>Экран (4:3)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Учебный проект «Магазин атлетического питания»:  Производство</vt:lpstr>
      <vt:lpstr>1. Изменения справочника «Номенклатура»</vt:lpstr>
      <vt:lpstr>2. Рецепты</vt:lpstr>
      <vt:lpstr>3. Документ «Производство»</vt:lpstr>
      <vt:lpstr>4. Справочник «ЕдиницыИзмерения»</vt:lpstr>
      <vt:lpstr>5. Использование единиц измерения</vt:lpstr>
      <vt:lpstr>5. Использование единиц измерения</vt:lpstr>
      <vt:lpstr>Спасибо за внимание!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Учебный проект «Магазин атлетического питания»:  Производство</dc:title>
  <dc:subject/>
  <dc:creator>Andrey Surkov</dc:creator>
  <cp:keywords/>
  <dc:description>generated using python-pptx</dc:description>
  <cp:lastModifiedBy>Andrey Surkov</cp:lastModifiedBy>
  <cp:revision>19</cp:revision>
  <dcterms:created xsi:type="dcterms:W3CDTF">2013-01-27T09:14:16Z</dcterms:created>
  <dcterms:modified xsi:type="dcterms:W3CDTF">2026-05-27T19:08:28Z</dcterms:modified>
  <cp:category/>
</cp:coreProperties>
</file>